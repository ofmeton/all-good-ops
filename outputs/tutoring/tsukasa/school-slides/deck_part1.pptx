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79" y="-365760"/>
            <a:ext cx="4389120" cy="4389120"/>
          </a:xfrm>
          <a:prstGeom prst="ellipse">
            <a:avLst/>
          </a:prstGeom>
          <a:solidFill>
            <a:srgbClr val="D8F0F7"/>
          </a:solidFill>
          <a:ln w="9525">
            <a:solidFill>
              <a:srgbClr val="D8F0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640080" y="4663440"/>
            <a:ext cx="3840480" cy="3840480"/>
          </a:xfrm>
          <a:prstGeom prst="ellipse">
            <a:avLst/>
          </a:prstGeom>
          <a:solidFill>
            <a:srgbClr val="FFF3E6"/>
          </a:solidFill>
          <a:ln w="9525">
            <a:solidFill>
              <a:srgbClr val="FFF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" y="530352"/>
            <a:ext cx="164592" cy="4800600"/>
          </a:xfrm>
          <a:prstGeom prst="roundRect">
            <a:avLst>
              <a:gd name="adj" fmla="val 6000"/>
            </a:avLst>
          </a:prstGeom>
          <a:solidFill>
            <a:srgbClr val="2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9875520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高校、こんなところがあるよ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054096"/>
            <a:ext cx="859536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E6575"/>
                </a:solidFill>
                <a:latin typeface="Hiragino Sans"/>
                <a:ea typeface="Hiragino Sans"/>
                <a:cs typeface="Hiragino Sans"/>
              </a:rPr>
              <a:t>写真でゆっくり眺める、湘南エリアの高校紹介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68496"/>
            <a:ext cx="7772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七里ヶ浜高校 / 鎌倉高校 / 大船高校 / 柏陽高校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4754880"/>
            <a:ext cx="2743200" cy="54864"/>
          </a:xfrm>
          <a:prstGeom prst="roundRect">
            <a:avLst>
              <a:gd name="adj" fmla="val 6000"/>
            </a:avLst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家庭教師つかさ本人向け 私的教材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ki_campus_hero.jpg"/>
          <p:cNvPicPr>
            <a:picLocks noChangeAspect="1"/>
          </p:cNvPicPr>
          <p:nvPr/>
        </p:nvPicPr>
        <p:blipFill>
          <a:blip r:embed="rId2"/>
          <a:srcRect t="7825" b="782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6632"/>
            <a:ext cx="12191695" cy="1801368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21224"/>
            <a:ext cx="12191695" cy="1636776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85816"/>
            <a:ext cx="12191695" cy="1472184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85232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七里ヶ浜高校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7161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8F0F7"/>
                </a:solidFill>
                <a:latin typeface="Hiragino Sans"/>
                <a:ea typeface="Hiragino Sans"/>
                <a:cs typeface="Hiragino Sans"/>
              </a:rPr>
              <a:t>海と江の島が見える、坂の上の学校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七里ヶ浜高校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7782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写真と一緒に見る、学校の空気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91640"/>
            <a:ext cx="182880" cy="182880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572768"/>
            <a:ext cx="5806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教室から相模湾と江の島が一望できる、海沿いの立地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606040"/>
            <a:ext cx="182880" cy="182880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487168"/>
            <a:ext cx="5806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校訓は「自学自習・自主自律」。自分で考えて動く自由な空気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520440"/>
            <a:ext cx="182880" cy="182880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401568"/>
            <a:ext cx="580644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文化祭「七高祭」・体育祭「七里ンピック」は生徒が主役。野外ステージで盛り上がる行事も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709160"/>
            <a:ext cx="62179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882896"/>
            <a:ext cx="5669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6575"/>
                </a:solidFill>
                <a:latin typeface="Hiragino Sans"/>
                <a:ea typeface="Hiragino Sans"/>
                <a:cs typeface="Hiragino Sans"/>
              </a:rPr>
              <a:t>江ノ電「七里ヶ浜」駅から徒歩すぐ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389888"/>
            <a:ext cx="4224528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hichirinpic_card.jpg"/>
          <p:cNvPicPr>
            <a:picLocks noChangeAspect="1"/>
          </p:cNvPicPr>
          <p:nvPr/>
        </p:nvPicPr>
        <p:blipFill>
          <a:blip r:embed="rId2"/>
          <a:srcRect l="8580" r="8580"/>
          <a:stretch>
            <a:fillRect/>
          </a:stretch>
        </p:blipFill>
        <p:spPr>
          <a:xfrm>
            <a:off x="7434072" y="1463040"/>
            <a:ext cx="4078224" cy="23408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34072" y="1463040"/>
            <a:ext cx="4078224" cy="2340864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34072" y="3474720"/>
            <a:ext cx="4078224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3529584"/>
            <a:ext cx="38221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体育祭（七里ンピック）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236208"/>
            <a:ext cx="9875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出典: 神奈川県立七里ヶ浜高等学校 公式サイト / Wikimedia Commons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