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-365760"/>
            <a:ext cx="4389120" cy="4389120"/>
          </a:xfrm>
          <a:prstGeom prst="ellipse">
            <a:avLst/>
          </a:prstGeom>
          <a:solidFill>
            <a:srgbClr val="D8F0F7"/>
          </a:solidFill>
          <a:ln w="9525">
            <a:solidFill>
              <a:srgbClr val="D8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640080" y="4663440"/>
            <a:ext cx="3840480" cy="3840480"/>
          </a:xfrm>
          <a:prstGeom prst="ellipse">
            <a:avLst/>
          </a:prstGeom>
          <a:solidFill>
            <a:srgbClr val="FFF3E6"/>
          </a:solidFill>
          <a:ln w="9525">
            <a:solidFill>
              <a:srgbClr val="FFF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" y="530352"/>
            <a:ext cx="164592" cy="4800600"/>
          </a:xfrm>
          <a:prstGeom prst="roundRect">
            <a:avLst>
              <a:gd name="adj" fmla="val 6000"/>
            </a:avLst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9875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高校、こんなところがあるよ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054096"/>
            <a:ext cx="8595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写真でゆっくり眺める、湘南エリアの高校紹介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7772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七里ヶ浜高校 / 鎌倉高校 / 大船高校 / 柏陽高校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" y="4754880"/>
            <a:ext cx="2743200" cy="54864"/>
          </a:xfrm>
          <a:prstGeom prst="roundRect">
            <a:avLst>
              <a:gd name="adj" fmla="val 6000"/>
            </a:avLst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家庭教師つかさ本人向け 私的教材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iki_beach_hero.jpg"/>
          <p:cNvPicPr>
            <a:picLocks noChangeAspect="1"/>
          </p:cNvPicPr>
          <p:nvPr/>
        </p:nvPicPr>
        <p:blipFill>
          <a:blip r:embed="rId2"/>
          <a:srcRect t="7982" b="798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6632"/>
            <a:ext cx="12191695" cy="1801368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21224"/>
            <a:ext cx="12191695" cy="1636776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85816"/>
            <a:ext cx="12191695" cy="1472184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285232"/>
            <a:ext cx="10881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七里ヶ浜高校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07161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8F0F7"/>
                </a:solidFill>
                <a:latin typeface="Hiragino Sans"/>
                <a:ea typeface="Hiragino Sans"/>
                <a:cs typeface="Hiragino Sans"/>
              </a:rPr>
              <a:t>教室の窓の外が、海。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0624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七里ヶ浜高校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77824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写真と一緒に見る、学校の空気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170432"/>
            <a:ext cx="34564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iki_campus_hero.jpg"/>
          <p:cNvPicPr>
            <a:picLocks noChangeAspect="1"/>
          </p:cNvPicPr>
          <p:nvPr/>
        </p:nvPicPr>
        <p:blipFill>
          <a:blip r:embed="rId2"/>
          <a:srcRect t="20589" b="20589"/>
          <a:stretch>
            <a:fillRect/>
          </a:stretch>
        </p:blipFill>
        <p:spPr>
          <a:xfrm>
            <a:off x="731520" y="1243584"/>
            <a:ext cx="3310128" cy="12984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243584"/>
            <a:ext cx="3310128" cy="1298448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212848"/>
            <a:ext cx="3310128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67712"/>
            <a:ext cx="30540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校舎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170432"/>
            <a:ext cx="34564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iki_enoden_card.jpg"/>
          <p:cNvPicPr>
            <a:picLocks noChangeAspect="1"/>
          </p:cNvPicPr>
          <p:nvPr/>
        </p:nvPicPr>
        <p:blipFill>
          <a:blip r:embed="rId3"/>
          <a:srcRect l="34" r="34"/>
          <a:stretch>
            <a:fillRect/>
          </a:stretch>
        </p:blipFill>
        <p:spPr>
          <a:xfrm>
            <a:off x="4407408" y="1243584"/>
            <a:ext cx="3310128" cy="129844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407408" y="1243584"/>
            <a:ext cx="3310128" cy="1298448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7408" y="2212848"/>
            <a:ext cx="3310128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2267712"/>
            <a:ext cx="30540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江ノ電で通学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170432"/>
            <a:ext cx="3456432" cy="1444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chirinpic_card.jpg"/>
          <p:cNvPicPr>
            <a:picLocks noChangeAspect="1"/>
          </p:cNvPicPr>
          <p:nvPr/>
        </p:nvPicPr>
        <p:blipFill>
          <a:blip r:embed="rId4"/>
          <a:srcRect t="8751" b="8751"/>
          <a:stretch>
            <a:fillRect/>
          </a:stretch>
        </p:blipFill>
        <p:spPr>
          <a:xfrm>
            <a:off x="8083296" y="1243584"/>
            <a:ext cx="3310128" cy="129844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83296" y="1243584"/>
            <a:ext cx="3310128" cy="1298448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83296" y="2212848"/>
            <a:ext cx="3310128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2267712"/>
            <a:ext cx="30540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体育祭（七里ンピック）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926080"/>
            <a:ext cx="10863072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6112" y="3099816"/>
            <a:ext cx="146304" cy="146304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07008" y="3008376"/>
            <a:ext cx="9966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4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教室や校庭から相模湾と江の島を一望。晴れた日は遠くに伊豆大島も見える、海沿いの坂の上の学校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529584"/>
            <a:ext cx="10863072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96112" y="3703320"/>
            <a:ext cx="146304" cy="146304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3611880"/>
            <a:ext cx="9966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4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体育祭「七里ンピック」はペアダンスが名物。海風の中、全校が一体になって盛り上がる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133087"/>
            <a:ext cx="10863072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96112" y="4306823"/>
            <a:ext cx="146304" cy="146304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07008" y="4215383"/>
            <a:ext cx="9966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4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校訓は「自学自習・自主自律」。自分で考えて動く、のびのびした自由な空気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736592"/>
            <a:ext cx="10863072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96112" y="4910328"/>
            <a:ext cx="146304" cy="146304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4818888"/>
            <a:ext cx="9966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4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江ノ電の駅から徒歩すぐ、目の前は七里ヶ浜の海岸。通学路がもう湘南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6217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5687568"/>
            <a:ext cx="56692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江ノ電「七里ヶ浜」駅から徒歩すぐ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27648"/>
            <a:ext cx="9875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出典: 神奈川県立七里ヶ浜高等学校 公式サイト /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