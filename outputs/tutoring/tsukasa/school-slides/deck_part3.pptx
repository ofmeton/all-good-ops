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iki_campus_hero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6632"/>
            <a:ext cx="12191695" cy="1801368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21224"/>
            <a:ext cx="12191695" cy="1636776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85816"/>
            <a:ext cx="12191695" cy="1472184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285232"/>
            <a:ext cx="10881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大船高校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07161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8F0F7"/>
                </a:solidFill>
                <a:latin typeface="Hiragino Sans"/>
                <a:ea typeface="Hiragino Sans"/>
                <a:cs typeface="Hiragino Sans"/>
              </a:rPr>
              <a:t>和の施設がそろう、大船の大きな学校。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0624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大船高校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77824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写真と一緒に見る、学校の空気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170432"/>
            <a:ext cx="5303520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iki_sportsday_card.jpg"/>
          <p:cNvPicPr>
            <a:picLocks noChangeAspect="1"/>
          </p:cNvPicPr>
          <p:nvPr/>
        </p:nvPicPr>
        <p:blipFill>
          <a:blip r:embed="rId2"/>
          <a:srcRect t="3050" b="3050"/>
          <a:stretch>
            <a:fillRect/>
          </a:stretch>
        </p:blipFill>
        <p:spPr>
          <a:xfrm>
            <a:off x="731520" y="1243584"/>
            <a:ext cx="5157216" cy="1554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243584"/>
            <a:ext cx="5157216" cy="155448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5157216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523744"/>
            <a:ext cx="4901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体育祭（六国祭）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70432"/>
            <a:ext cx="5303520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iki_kannon_card.jpg"/>
          <p:cNvPicPr>
            <a:picLocks noChangeAspect="1"/>
          </p:cNvPicPr>
          <p:nvPr/>
        </p:nvPicPr>
        <p:blipFill>
          <a:blip r:embed="rId3"/>
          <a:srcRect t="3050" b="3050"/>
          <a:stretch>
            <a:fillRect/>
          </a:stretch>
        </p:blipFill>
        <p:spPr>
          <a:xfrm>
            <a:off x="6291072" y="1243584"/>
            <a:ext cx="5157216" cy="15544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91072" y="1243584"/>
            <a:ext cx="5157216" cy="155448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91072" y="2468880"/>
            <a:ext cx="5157216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523744"/>
            <a:ext cx="4901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大船のシンボル・大船観音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072384"/>
            <a:ext cx="108630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3273552"/>
            <a:ext cx="146304" cy="146304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3145536"/>
            <a:ext cx="9966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04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能舞台付きの視聴覚室・純和風庭園・弓道場など、ちょっと珍しい和の施設がそろう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57600"/>
            <a:ext cx="108630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6112" y="3858768"/>
            <a:ext cx="146304" cy="146304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3730752"/>
            <a:ext cx="9966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04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文化祭「白帆祭」・体育祭「六国祭」は大規模校ならではの活気。応援団やチアも盛り上がる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242816"/>
            <a:ext cx="108630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96112" y="4443984"/>
            <a:ext cx="146304" cy="146304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4315968"/>
            <a:ext cx="9966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04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部活・同好会が三十近く、加入率も高い（演劇部は全国大会の常連）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828032"/>
            <a:ext cx="108630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6112" y="5029200"/>
            <a:ext cx="146304" cy="146304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7008" y="4901184"/>
            <a:ext cx="9966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04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大船駅から徒歩。藤沢・鎌倉どちらからも通いやすい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32704"/>
            <a:ext cx="6217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760720"/>
            <a:ext cx="56692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大船駅から徒歩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27648"/>
            <a:ext cx="9875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出典: 神奈川県立大船高等学校 公式サイト /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