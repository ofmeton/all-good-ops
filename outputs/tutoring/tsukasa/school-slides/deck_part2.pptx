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fumikiri_hero.jpg"/>
          <p:cNvPicPr>
            <a:picLocks noChangeAspect="1"/>
          </p:cNvPicPr>
          <p:nvPr/>
        </p:nvPicPr>
        <p:blipFill>
          <a:blip r:embed="rId2"/>
          <a:srcRect l="14001" r="14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鎌倉高校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江ノ電の踏切の、すぐそば。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鎌倉高校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73152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campus_hero.jpg"/>
          <p:cNvPicPr>
            <a:picLocks noChangeAspect="1"/>
          </p:cNvPicPr>
          <p:nvPr/>
        </p:nvPicPr>
        <p:blipFill>
          <a:blip r:embed="rId2"/>
          <a:srcRect t="34184" b="34184"/>
          <a:stretch>
            <a:fillRect/>
          </a:stretch>
        </p:blipFill>
        <p:spPr>
          <a:xfrm>
            <a:off x="731520" y="1243584"/>
            <a:ext cx="7168896" cy="17007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7168896" cy="170078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716889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70048"/>
            <a:ext cx="69128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校舎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82112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38328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55264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江ノ電「鎌倉高校前」駅の踏切は、海と江の島が広がる超有名スポット（アニメの聖地で観光客も訪れる）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67328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968496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40480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晴れた日は校内から富士山が見える、海沿いの高台に建つ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553712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425696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ダンス部「カマダン」や弓道部など部活が活発。行事も生徒主体でにぎやか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37760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3892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1091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校訓は「自主自律」。明るくのびのびした自由な校風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760720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江ノ電「鎌倉高校前」駅から徒歩すぐ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神奈川県立鎌倉高等学校 公式サイト /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