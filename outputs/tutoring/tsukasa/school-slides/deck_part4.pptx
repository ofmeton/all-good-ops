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ki_campus_hero.jpg"/>
          <p:cNvPicPr>
            <a:picLocks noChangeAspect="1"/>
          </p:cNvPicPr>
          <p:nvPr/>
        </p:nvPicPr>
        <p:blipFill>
          <a:blip r:embed="rId2"/>
          <a:srcRect t="12163" b="1216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6632"/>
            <a:ext cx="12191695" cy="1801368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21224"/>
            <a:ext cx="12191695" cy="1636776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85816"/>
            <a:ext cx="12191695" cy="1472184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柏陽高校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7161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8F0F7"/>
                </a:solidFill>
                <a:latin typeface="Hiragino Sans"/>
                <a:ea typeface="Hiragino Sans"/>
                <a:cs typeface="Hiragino Sans"/>
              </a:rPr>
              <a:t>自分のテーマを、とことん掘れる学校。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柏陽高校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7782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写真と一緒に見る、学校の空気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70432"/>
            <a:ext cx="7315200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ki_hongodai_card.jpg"/>
          <p:cNvPicPr>
            <a:picLocks noChangeAspect="1"/>
          </p:cNvPicPr>
          <p:nvPr/>
        </p:nvPicPr>
        <p:blipFill>
          <a:blip r:embed="rId2"/>
          <a:srcRect t="2928" b="2928"/>
          <a:stretch>
            <a:fillRect/>
          </a:stretch>
        </p:blipFill>
        <p:spPr>
          <a:xfrm>
            <a:off x="731520" y="1243584"/>
            <a:ext cx="7168896" cy="17007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243584"/>
            <a:ext cx="7168896" cy="1700784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15184"/>
            <a:ext cx="7168896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70048"/>
            <a:ext cx="691286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本郷台駅から通学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82112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3383280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255264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理科の研究が特色（SSH）。「柏陽の知」で一年かけて、自分で決めたテーマを研究できる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67328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968496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3840480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校訓は「己を拓く」。校則はゆるめで、自主性を大事にする自由な空気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52544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4553712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425696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自分のペースで落ち着いて学べる環境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937760"/>
            <a:ext cx="108630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5138928"/>
            <a:ext cx="146304" cy="146304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8" y="5010912"/>
            <a:ext cx="9966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4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JR根岸線「本郷台」駅エリア（大船から一本）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632704"/>
            <a:ext cx="6217920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760720"/>
            <a:ext cx="56692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JR根岸線「本郷台」駅から（大船から一本）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神奈川県立柏陽高等学校 公式サイト /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