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ki_campus_hero.jpg"/>
          <p:cNvPicPr>
            <a:picLocks noChangeAspect="1"/>
          </p:cNvPicPr>
          <p:nvPr/>
        </p:nvPicPr>
        <p:blipFill>
          <a:blip r:embed="rId2"/>
          <a:srcRect t="24173" b="24173"/>
          <a:stretch>
            <a:fillRect/>
          </a:stretch>
        </p:blipFill>
        <p:spPr>
          <a:xfrm>
            <a:off x="676656" y="411480"/>
            <a:ext cx="10835640" cy="4160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76656" y="411480"/>
            <a:ext cx="10835640" cy="416052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443984"/>
            <a:ext cx="12191695" cy="2414016"/>
          </a:xfrm>
          <a:prstGeom prst="rect">
            <a:avLst/>
          </a:prstGeom>
          <a:solidFill>
            <a:srgbClr val="0F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443984"/>
            <a:ext cx="12191695" cy="73152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882896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柏陽高校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41848"/>
            <a:ext cx="10149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自分でテーマを決めて、とことん掘る学校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柏陽高校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160020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481328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校訓は「己を拓く」。校則はゆるめで、自主性を大事にする自由な空気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542032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423160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理科の研究が特色（SSH）。「柏陽の知」で一年かけて自分のテーマを研究できる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483864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364992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横浜・栄区、本郷台駅エリア（大船から根岸線で行ける）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709160"/>
            <a:ext cx="62179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882896"/>
            <a:ext cx="5669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JR根岸線「本郷台」駅から（大船から一本）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35024"/>
            <a:ext cx="4224528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iki_campus_hero.jpg"/>
          <p:cNvPicPr>
            <a:picLocks noChangeAspect="1"/>
          </p:cNvPicPr>
          <p:nvPr/>
        </p:nvPicPr>
        <p:blipFill>
          <a:blip r:embed="rId2"/>
          <a:srcRect t="9883" b="9883"/>
          <a:stretch>
            <a:fillRect/>
          </a:stretch>
        </p:blipFill>
        <p:spPr>
          <a:xfrm>
            <a:off x="7434072" y="1408176"/>
            <a:ext cx="4078224" cy="243230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34072" y="1408176"/>
            <a:ext cx="4078224" cy="2432304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34072" y="3511296"/>
            <a:ext cx="4078224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3566160"/>
            <a:ext cx="38221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校舎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23620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神奈川県立柏陽高等学校 公式サイト /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