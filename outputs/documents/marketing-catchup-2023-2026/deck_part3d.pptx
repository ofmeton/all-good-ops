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" cy="4937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PART 3 / 媒体別キャッチアップ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3-D   |   B2C縦型ペア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TikTok +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Z世代-30代の必修媒体ペア。Smart+ AI と LINEヤフー統合直前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914400"/>
            <a:ext cx="1828800" cy="640080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107899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25p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657600"/>
            <a:ext cx="914400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TikTok は Smart+ + Symphony AI で完全自動化が成熟、TikTok Shop が日本上陸 (2025/06/30)。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LINEは LINEヤフー広告統合 (2026春) を控え、現在は LINE広告単独運用の最終期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0292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5029200"/>
            <a:ext cx="91440" cy="13716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51206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TikTok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4864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15p (P100-P114)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806440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Smart+ / Symphony Creative Studio /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Spark Ads / TikTok Shop /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Pangle / Brand Lift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0292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5029200"/>
            <a:ext cx="91440" cy="13716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51206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54864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10p (P115-P124)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806440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LAP / Talk Head View / 配信面 /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友だち追加 / 公式アカウント連携 /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2026春統合の準備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TikTok Ads ランドスケープ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Smart+ AI 中心 + Shop Ads + Symphony 補助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P101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TikTok 日本MAU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33M+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5544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TikTok Shop ローンチ後 6ヶ月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828800"/>
            <a:ext cx="6400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50,000+ sellers / 200,000+ creators / GMVの 70% が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コンテンツ起点購買 (動画→購入)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TikTok 広告プロダクト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54680"/>
            <a:ext cx="22219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54680"/>
            <a:ext cx="2221992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73552"/>
            <a:ext cx="1947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Smart+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Web/Catalog/App/Lead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1947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完全自動化キャンペーン</a:t>
            </a:r>
          </a:p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2024/10ローンチ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16352" y="3154680"/>
            <a:ext cx="22219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6352" y="3154680"/>
            <a:ext cx="2221992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53512" y="3273552"/>
            <a:ext cx="1947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Spark 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3512" y="379476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Organic Boost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3512" y="4206240"/>
            <a:ext cx="1947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既存投稿を広告化</a:t>
            </a:r>
          </a:p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UGCの原型を保つ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84064" y="3154680"/>
            <a:ext cx="22219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84064" y="3154680"/>
            <a:ext cx="2221992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21224" y="3273552"/>
            <a:ext cx="1947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Shop 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1224" y="379476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TikTok Shop連動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1224" y="4206240"/>
            <a:ext cx="1947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EC購入特化</a:t>
            </a:r>
          </a:p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2025/07~ 日本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51776" y="3154680"/>
            <a:ext cx="22219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51776" y="3154680"/>
            <a:ext cx="2221992" cy="5029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88936" y="3273552"/>
            <a:ext cx="1947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Brand Takeover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79476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起動時表示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4206240"/>
            <a:ext cx="1947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1日1ブランド</a:t>
            </a:r>
          </a:p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認知最大化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19488" y="3154680"/>
            <a:ext cx="22219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19488" y="3154680"/>
            <a:ext cx="2221992" cy="5029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56648" y="3273552"/>
            <a:ext cx="1947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Top 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379476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起動5秒動画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4206240"/>
            <a:ext cx="1947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認知獲得型</a:t>
            </a:r>
          </a:p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CPM最高単価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212080"/>
            <a:ext cx="11109960" cy="11430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349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副業代行で押さえる戦略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6692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B2C案件のメイン構成 = Smart+ Web (CV) + Spark Ads (UGC補強)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EC案件 = Shop Ads (2025/07~ 日本) + Smart+ Catalog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ブランディング案件 = Top View / Brand Takeover を月単位で組込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TikTok : 地殻変動 TL;DR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2023年9月 → 2026年4月 / 5つの大変化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P102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9047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Smart+ で完全自動化が成熟 (2024/10)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8288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Web/Catalog/App/Lead で『1キャンペーンで全自動』。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Ray-Ban で +50% CVR / +42% ROAS の事例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13432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13432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96312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478024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Symphony AI でクリエイティブ生成が標準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81635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Image to Video / Text to Video / Digital Avatars (30+言語)。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 Dubbing でグローバル展開も同時実行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00984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00984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483864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65576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TikTok Shop 日本上陸 (2025/06/30)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80390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EC購買が TikTok 内で完結。GMVの 70% が動画起点購入。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Shop Ads (2025/07~) で運用代行案件が新ジャンル化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88536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88536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71416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4531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Spark Ads が UGC 主流化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7914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オーガニック投稿を広告化、ステマ規制下でも適切な PR表記で運用可。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Creator collab + Spark Ads が D2C鉄板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76088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276088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58968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440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 : Events API + Pixel + 1PD 統合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77900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iOS/ATTシグナル減対応で Events API (CAPI相当) が必須。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 Lift (Brand Lift も) が Brand案件で標準化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TikTok Smart+ Campaigns (2024/10)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完全自動化キャンペーン 4タイプ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P103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640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Smart+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Webサイト誘導・CV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サイトCVを最適化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LP / フォーム / 購入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640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544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Smart+ 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20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EC商品データ連携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317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Product Feed → 動的広告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商品ページに直接遷移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640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544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Smart+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20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アプリインストール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3317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iOS SKAN対応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初回起動 + 24h CV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640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544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Smart+ Lead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20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リード獲得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3317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TikTok内フォーム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B2B / 不動産 / 教育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40480"/>
            <a:ext cx="11109960" cy="128016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977639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📊 Smart+ 効果 (TikTok 公式事例)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2976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Ray-Ban (Smart+ ローンチ時 ベータ参加) :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+50% コンバージョン率 / +42% ROAS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Smart+ の3つの自動化レイヤー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15000"/>
            <a:ext cx="111099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8521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8704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Targeting 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8704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オーディエンスを AI が自動拡張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01675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0350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Creative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60350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Asset 組合せを AI 最適化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1813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619963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Bidding 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619963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Target CPA / ROAS 自動入札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Symphony Creative Studio (GA)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TikTok公式の生成AIクリエイティブ・スイート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P104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Symphony Creative Studio : 全 TikTok for Business ユーザー向けに GA。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AI生成動画は『AI-generated』ラベルが自動付与 (透明性確保)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2432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Image to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静止画→5秒動画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商品写真・モードボード→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TikTok型 5秒クリップ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42316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42316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62432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Text to Video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718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テキスト→5秒動画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291840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プロンプトから直接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動画生成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42316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42316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62432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Showcase 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9718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商品+Avatar 動画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291840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商品画像 + Avatar 選択 →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紹介動画 自動生成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4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97764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17880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Digital Avatars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2628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30+言語 (Stock + Custom)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ライセンス済 Stock Avatar +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自社特注 Custom Avatar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397764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397764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17880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Daily Generations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52628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毎日新動画提案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846320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ブランド + 商品 + 過去履歴から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自動生成提案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97764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397764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417880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AI Dubbing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52628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多言語 + Lip-sync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846320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音声クローン + リップシンク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グローバル展開で活用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532120"/>
            <a:ext cx="11109960" cy="8229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6692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 : 月20万以下のSMBクライアントでも生成AIクリエイティブで月10-30本量産が可能 (人件費圧縮)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Spark Ads — UGCの原型を保つ広告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オーガニック投稿を広告化する仕組み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P105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Spark Ads : 既存のオーガニック TikTok 投稿 (自社 or クリエイター) を広告として配信。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UGC感のある動画を広告として活用、CTR・エンゲージメントが Manual広告より高い傾向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548640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8775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自社アカウント Spark 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ブランド公式投稿を広告化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4937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自社アカウントの過去・新規投稿を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広告として配信。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コメント・いいね・フォロー がそのまま積算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UGC感のあるブランド広告として効く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42316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423160"/>
            <a:ext cx="548640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58775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クリエイター Spark 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9718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クリエイター投稿を広告化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29000"/>
            <a:ext cx="4937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Creator Marketplace で発掘した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クリエイター投稿を広告化。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クリエイター承認 → 広告主が配信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PR表記必須 (ステマ規制対応)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74920"/>
            <a:ext cx="11109960" cy="128016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12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副業代行で活用するシナリオ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3212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D2C / コスメ / アパレル : クリエイター Spark Ads が CVR / ROAS で最強 (UGC効果)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中小ブランド : 自社オーガニック投稿の中から伸びてる動画を Spark Ads で広告化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ステマ規制対応 : クリエイター案件は必ず PR / 提供 などの明示を契約条件に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TikTok Shop Ads (2025/07 日本)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TikTok Shop 公式ローンチ後の運用代行新ジャンル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P106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5544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TikTok Shop Japan 6ヶ月後の状況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33M+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MAU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874519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50,000+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4688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Active Sellers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74519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200,000+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4688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Creators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874519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4688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GMV from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Shop Ads の広告タイプ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490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Video Shopping 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32461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動画広告内に商品ショーケース表示。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クリック→商品ページへ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5204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52044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7490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Product Shopping 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160520"/>
            <a:ext cx="32461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商品単独画像広告。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For Youフィードに表示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5204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52044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7490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LIVE Shopping 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160520"/>
            <a:ext cx="32461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ライブ配信を広告化。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リアルタイム購買を促進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8640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💡 早期参入ブランド : Unilever Japan / Nissin Foods / WEGO / YA-MAN — 大手主導で SMBは2026以降が主戦場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Creative Center — TikTok公式リサーチツール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競合分析・トレンド発掘の必須ツール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P107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91440" cy="16916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Top Ads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074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業種・地域別の高パフォーマンス広告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実績ベースの広告ライブラリ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91440" cy="16916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Trend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5074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トレンドハッシュタグ・楽曲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7/30日トレンドを可視化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9184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291840"/>
            <a:ext cx="91440" cy="16916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Creative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0480"/>
            <a:ext cx="5074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広告ベンチマーク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CVR / CTR / VTR の業界平均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29184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291840"/>
            <a:ext cx="91440" cy="16916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42900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Symphony Tools 連携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40480"/>
            <a:ext cx="5074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リサーチ → AI生成までシームレス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TikTok内で完結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6636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3035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副業代行ワークフロー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235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1. Creative Center で クライアント業種の Top Ads を分析 (週次)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2. トレンド楽曲・ハッシュタグをリサーチ → 制作チームに展開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3. Symphony Creative Studio で AI生成 → クリエイター撮影と並行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4. Smart+ + Spark Ads で配信 → CVR/VTR を業界ベンチマークと比較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TikTok ターゲティング・オーディエンス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属性 + 興味関心 + Custom + Lookalike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P108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Demographics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属性ベース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3317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・年齢 / 性別 / 地域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・言語 / OS / デバイス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・キャリア / 接続環境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Interests &amp; Behaviors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興味関心 + 行動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23160"/>
            <a:ext cx="23317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・トピック (美容/フィットネス等)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・ハッシュタグエンゲージ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・クリエイターフォロー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Custom Audience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1PD / 行動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23160"/>
            <a:ext cx="23317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・Customer File (CRM)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・Engagement (動画視聴)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・Lead Form 提出済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Lookalike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類似拡張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423160"/>
            <a:ext cx="23317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・1%-10% 類似度制御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・Customer File をシードに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・国別 LAL 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114800"/>
            <a:ext cx="11109960" cy="22402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519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Smart+ 活用時のオーディエンス設計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572000"/>
            <a:ext cx="109728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Smart+ では AI が自動拡張 — 細かいセグメント指定は不要、Audience Signal として渡す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Custom Audience (Customer File) を Audience Signal に投入で AI学習加速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Lookalike 1-3% を新規獲得用、5-10% は規模拡大用に使い分け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Engagement Audience (動画70%以上視聴) で Re-marketing → CVR大幅改善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興味関心セグメントは Smart+ 不使用時の Manual キャンペーンで活用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TikTok 計測 — Pixel + Events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iOS/ATT 後のシグナル復元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P109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0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819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TikTok Pixel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ブラウザイベント計測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JavaScript で発火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PageView / AddToCart / Purchase 等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iOS で Cookie制限の影響あり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48640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819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Events API (CAPI相当)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サーバーサイド計測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7744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サーバーから直接送信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ブラウザブロックの影響なし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Pixel と event_id で重複排除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11109960" cy="23317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副業代行の標準実装 (2026年)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10972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1. TikTok Pixel + Events API のハイブリッド構成 (Meta CAPIと同パターン)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2. event_id で重複排除を確実に (GTM テンプレートを活用)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3. EMQ (Event Match Quality) スコアを Events Manager で 8/10以上目標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4. iOS SKAN (App案件のみ) : Smart+ App で自動マッピング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5. Cookie同意管理 : Consent Mode 相当を CMP経由で設計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6. レポート : Pixel単独より Events API追加で +20-40% のCV復元事例多数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TikTok 縦型クリエイティブ鉄則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Smart+ + Symphony 時代の制作指針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P110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459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1秒で掴む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最初の1秒で視覚インパクト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人物/動き/テロップで意表を突く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0020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16459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9:16縦型必須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28600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上下に余白を残す (UI隠れ対策)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中央60%にメインコンテンツ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0020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6459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音声OFF前提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8600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字幕・テロップ常時表示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音楽・効果音は補助的に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0896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3375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15-30秒推奨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7764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10秒未満も増加傾向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冗長な前置きは削る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10896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29184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33375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UGC感維持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97764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整いすぎたCM感は嫌われる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クリエイターの自然なトーン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10896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29184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33375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CTAは最後3秒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97764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『今すぐLINE友達追加』等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オーバーレイCTAも併用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983480"/>
            <a:ext cx="11109960" cy="13716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1206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AI生成 vs 撮影 の使い分け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440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Symphony AI生成 : 商品紹介・説明動画・多言語展開 → コスト圧縮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撮影 (クリエイター) : ストーリー・体験・UGC感 → 高エンゲージメント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最強構成 : 撮影 80% + AI 20% の素材プールで Smart+ に投入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TikTok Brand Lift / Conversion Lift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ブランド・購入の真の効果測定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P111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8640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0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819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Brand Lift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認知・好意・購入意向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TestとControl群へポーリング配信。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 Recall / Brand Awareness /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Familiarity / Favorability / Intent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ブランディング案件で必須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8640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48640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819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Conversion Lift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Incremental CV測定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Test と Control 群でCV発生率比較。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ラストクリック計測の限界を補正。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CV系キャンペーンで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月100万円以上の案件で標準化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37760"/>
            <a:ext cx="109728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💡 Meta / YouTube と並んで TikTok の Lift Test が標準的に使えるようになった (2024-2026)。提案資料に組込必須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Pangle / オーディエンスネットワーク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TikTok外への配信拡張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P112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Pangle : ByteDance のグローバル広告ネットワーク。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TikTok外のサードパーティアプリ・パブリッシャー在庫に配信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Pangle 在庫の特徴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Reward 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アプリ内リワード型動画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ゲーム/エンタメ系で多い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8346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Native Display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47472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ネイティブ広告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記事/フィード型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8346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Interstitial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7472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全画面表示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画面遷移時に表示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28346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Rich Media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7472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インタラクティブ広告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ブランド体験型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46320"/>
            <a:ext cx="11109960" cy="15087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983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Pangle の使いどころ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3035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App案件 (特にゲーム・エンタメ) でリワード動画として強い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ブランディング: TikTok本体 + Pangle 統合配信でリーチ最大化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EC/CV系では効果限定的、TikTok本体配信を優先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TikTok : 鉄板運用メソッド 2026年版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新規TikTok案件で最初の30日にやること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P113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0-2 : 計測 + クリエイティブ準備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56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TikTok Pixel + Events API 実装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56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EMQ 8/10 以上に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148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17627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Symphony Creative Studio セットアップ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7627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Creative Center で業種リサーチ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5176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65176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7889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3-7 : キャンペーン構造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1363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Smart+ Web (CV) + Spark Ads (UGC)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363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Custom Audience アップロード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Audience Signal に 1PD投入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4290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クリエイティブ 5-10本を Asset Group に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3192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93192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069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8-21 : 学習期間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389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予算 ±20% 以内で安定運用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389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Symphony で週20-30本量産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7365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Creator Spark Ads を週次追加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7365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Brand Lift / Lift Test 申請 (該当時)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21208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521208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3492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22-30 : 最適化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6692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69671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Top Ads の傾向を分析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56692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69671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Best/Low クリエイティブ入替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9893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60167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オーディエンス拡張テスト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9893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60167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月次レポート + 次月提案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TikTok : よくある失敗と回避策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副業代行で『TikTok あるある』を防ぐ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P114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Meta /YouTube クリエイティブ流用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TikTok特有のUGC感が出ず CTR/VTR 低迷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2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2316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Symphony AI生成 + Creator Spark Ads で TikTok感を出す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25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2588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463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Smart+ を細かく分割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 学習が分散 → CPA高騰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33172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42316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1キャンペーン 1-2 ad set + Smart+ で十分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01752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01752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1546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154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Pixel のみで Events API 未実装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61188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iOS計測ロス + Smart+ AI精度低下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2336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11480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Pixel + Events API ハイブリッド構成 (Meta同様)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01752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01752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1546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154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ステマ規制違反 (PR表記漏れ)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1188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措置命令・課徴金・ブランド毀損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02336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11480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Spark Ads (Creator) は契約条件に PR表記必須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70916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70916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8463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4846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音声前提のクリエイティブ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30352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ミュート視聴で訴求伝わらず VTR低下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71500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8064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テロップ常時表示、字幕焼き付け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470916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470916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8463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846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Lift Test 未活用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30352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ラストクリック過大評価 → ROAS過小報告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571500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58064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月100万以上は Conversion / Brand Lift 必須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" cy="4937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PART 3 / 媒体別キャッチアップ — 3-D 後半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日本のメッセージング軸ポータル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LINE広告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LAP単独運用の最終期。2026春LINEヤフー広告に統合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914400"/>
            <a:ext cx="1828800" cy="640080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107899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657600"/>
            <a:ext cx="914400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LINEは日本人の 9割超が利用するメッセージングアプリ。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LAP (LINE Ads Platform) 経由で広告配信、LINE公式アカウントと連携で友だち獲得・販促に強い。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2026春に Yahoo!ディスプレイ広告と統合予定 (LINEヤフー広告)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20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 章内の主要トピック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44068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LINE広告ランドスケープ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73328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配信面詳細 (4面)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02589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Talk Head View (予約型)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31850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公式アカウント連携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44068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ターゲティング・LINEデモグラ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73328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LINE Tag / 計測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602589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鉄板運用メソッド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631850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2026春統合準備 + pitfalls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LINE広告 ランドスケープ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運用型 (LAP) + 予約型 (Talk Head View)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P116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LINE 日本MAU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3657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9,800万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5087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LINEヤフー統合後リーチ (合算)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783080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01168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国内スマートフォンユーザー (重複除く)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LINE広告 2大プロダクトライン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08960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548640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LAP (LINE Ads Platform)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576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運用型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49377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オークション型・自動最適化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中小予算でも運用可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2026春に LINEヤフー広告 ディスプレイ広告に統合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108960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108960"/>
            <a:ext cx="548640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24612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Talk Head 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6576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予約型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114800"/>
            <a:ext cx="49377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LINEホーム最上部の予約型動画広告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1日1ブランド・1,000-3,000万円規模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認知獲得型のフラッグシップ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LINE広告 配信面詳細 (4面)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LINEアプリ内の主要広告枠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P117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640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3619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トークリスト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最上部 (※2024~)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トークリストの最上部に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表示される予約型枠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640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3619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LINE NEWS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20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ニュース面 (運用型)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317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ニュース記事間に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バナー / 動画広告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640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3619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LINE VOOM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20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ショート動画面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3317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縦型動画フィード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Reels / TikTok 相当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640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3619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ウォレット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20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決済画面下部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3317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LINE Pay利用者向け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クーポン・販促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40480"/>
            <a:ext cx="11109960" cy="25146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977639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副業代行での配信面選択ガイド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297680"/>
            <a:ext cx="1097280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ブランド認知 = トークリスト 最上部 (高単価) or LINE NEWS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リード/CV系 = LINE NEWS + VOOM の運用型ミックス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ECブランド = VOOM (TikTok相当の縦型) で UGC感のある動画配信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LINE Pay 連動キャンペーン = ウォレット枠で販促・クーポン配布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中小予算 (月20万以下) は LINE NEWS の運用型に集中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2026春以降 = LINEヤフー広告ディスプレイ広告に統合、Yahoo!面と横断配信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LINE公式アカウント連携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友だち獲得 + メッセージ配信で CRM化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P118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0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友だち追加広告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LINE広告から公式アカウント友だち獲得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4937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LAP / YDAから配信。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1友達 = 100-500円程度 (業種で変動)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獲得後はメッセージ配信で関係構築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48640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5448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メッセージ配信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獲得済 友だちへの広告メッセージ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4937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Step配信 / セグメント配信 / リッチメッセージ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オープン率 平均 40-60% (メールの3-5倍)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クーポン・限定販促で CV直結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69080"/>
            <a:ext cx="11109960" cy="22860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06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Connect One 構想 — 公式アカウントを起点に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10972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1. 広告 (LINE広告 + Yahoo!広告) → 公式アカウント友だち獲得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2. メッセージ配信 → 来店・購入・リピート促進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3. LINE ミニアプリ / LINE Pay 連携 → 予約・決済もLINE内で完結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4. 顧客分析 (CRMダッシュボード) → セグメント別配信に活用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副業代行 : LINE広告だけで売上を作ろうとせず、公式アカウント連携での『顧客資産化』提案がROI最大化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LINE広告 ターゲティング・オーディエンス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LINEデモグラ + 行動 + Custom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P119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LINEデモグラ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LINE登録情報ベース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・年齢 / 性別 / 地域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・推定属性 (年収/職業)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・ライフイベント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みなし属性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AI推定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・興味関心カテゴリ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・購買予測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・コンテンツ接触履歴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Custom Audience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1PD アップロード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・Customer File (CRM)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・Webサイト訪問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・LINE公式 友だち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類似拡張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Lookalike相当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・1%-15% 類似度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・Customer File をシード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・既存友だちの類似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23360"/>
            <a:ext cx="11109960" cy="23317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1605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LINEデモグラの強み (他媒体との差別化)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526280"/>
            <a:ext cx="10972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LINE登録時の基本属性 + 利用データから推定された詳細属性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高年齢層 (60代以上) のリーチが Meta より広い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B2B (経営者/管理職) のリーチ網も意外に強い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2026春LINEヤフー統合でYahoo!検索データとの結合が予定 → さらに精度向上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LINE Tag / 計測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LINE固有のサーバーサイド計測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P120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0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819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LINE Tag (ベース)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全ページに設置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4937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JavaScript で発火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PageView / AddToCart / Conversion を計測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LINE広告のコンバージョン測定基盤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48640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819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Conversion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サーバーサイド計測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4937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サーバーから直接送信 (CAPI 相当)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iOS / ITP の影響を回避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2024〜 標準実装が増加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11109960" cy="23317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副業代行での実装手順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10972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1. LINE Tag を全ページのhead内に設置 (GTM経由でも可)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2. Conversion (Purchase / Lead / SignUp等) を発火させたいページで設定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3. Conversion API : Shopify / WooCommerce プラグインで簡易実装も可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4. EMQ 相当のチェック : LINE for Business の管理画面で計測精度確認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5. 2026春以降 LINEヤフー統合で Yahoo!サイトジェネラルタグと統合検討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2026春 LINEヤフー広告統合の準備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LINE広告ユーザーは『移行ツール』対応が必要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P121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移行ステップ (2025/09 公式発表)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36118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1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14599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現状確認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799"/>
            <a:ext cx="32461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LINE広告アカウントと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LINE for Business 管理画面の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権限確認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74519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874519"/>
            <a:ext cx="36118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993391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514599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移行ツール利用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71799"/>
            <a:ext cx="32461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LINEヤフー公式の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移行ツール提供 (2026年早期)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手動移行も可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874519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874519"/>
            <a:ext cx="36118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993391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514599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統合後 確認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971799"/>
            <a:ext cx="32461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新管理画面 (LINEヤフー広告)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で配信状況確認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ビジネスIDで一元管理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34840"/>
            <a:ext cx="11109960" cy="192024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副業代行で2026春に向けた行動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92040"/>
            <a:ext cx="109728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LINE広告クライアントには 2025年内に移行スケジュール案内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Yahoo!広告クライアントは自動移行 — 運用継続のみ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両方使うクライアント = 統合後にキャンペーン構造を再設計 (在庫横断最適化)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提案資料 : 『2026春以降は LINEヤフー広告 = 国内94%リーチ』を訴求の中心に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統合後初の Test キャンペーン 設計準備 (CTR/CV測定の基準値を取得)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LINE広告 業界別ユースケース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LINE広告が他媒体より強い業種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P122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819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飲食 / 美容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公式アカウント友だち追加→クーポン配布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金融 / 保険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011680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高単価商材の比較検討層へ広範リーチ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5819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教育 / 資格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011680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学習サービスの初回トライアル獲得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97180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97180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1363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不動産 / 引越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66160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ライフイベント連動配信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297180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297180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1363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EC / D2C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566160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新商品告知 + 友だち向けクーポン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97180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297180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31363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BtoB / 士業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566160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経営者層の認知獲得 + 公式アカウント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617720"/>
            <a:ext cx="11109960" cy="17373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7548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LINE広告 + 公式アカウント の組合せが最強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07492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上記6業種 + 飲食店 / 美容室 のローカル業種ではLINE広告が必須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LINE広告で『友だち追加』→ メッセージ配信で『再来店促進』 = LTV最大化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副業代行 : 単発の広告運用だけでなく『公式アカウント運用込み』の月額提案で粘着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提案単価 : 広告運用 5万 + 公式アカウント運用 5万 = 月額10万円前後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LINE広告 : 鉄板運用メソッド 2026年版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新規LINE案件で最初の30日にやること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P123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0-3 : 公式アカウント + 計測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56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LINE公式アカウント開設/権限取得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56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LINE Tag 設置 (全ページ)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148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17627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 API 設定 (該当時)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7627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友だち追加URL/QR 設計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5176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65176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7889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4-7 : キャンペーン構造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1363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友だち追加広告 (LAP)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363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Webサイト誘導 (LAP / 計測込み)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LINE NEWS + VOOM 配信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4290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Custom Audience アップロード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3192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93192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069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8-21 : 学習期間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389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目標CPA / CPF 自動入札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389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クリエイティブ多様化 (静止画+動画)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7365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メッセージ配信は週1回でテスト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7365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リターゲティングセグメント拡張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21208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521208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3492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22-30 : 最適化 + レポート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6692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69671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クリエイティブ Best/Low 入替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56692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69671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公式アカウント友だち数 + 配信効果分析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9893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60167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セグメント別メッセージ配信戦略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9893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60167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月次レポート + 2026春統合準備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LINE pitfalls + Part 3-D 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副業代行で『LINE あるある』 + 次章へ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P124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91440" cy="10972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公式アカウント連携無視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2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広告の費用対効果が低くなる → 友だち追加+メッセージ配信で資産化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91440" cy="10972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463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Yahoo!広告と分断運用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2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リーチに重複・無駄発生 → 2026春統合に向けて連携設計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56032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560320"/>
            <a:ext cx="91440" cy="10972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6974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6974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ターゲティングを細かく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10896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AI最適化が効きづらい → みなし属性 + Custom + 自動入札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56032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2560320"/>
            <a:ext cx="91440" cy="10972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6974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6974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Conversion API 未実装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10896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iOS計測ロス + 入札精度低下 → CAPI実装 (Shopifyプラグイン等)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23360"/>
            <a:ext cx="11109960" cy="23317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16052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NEXT →  Part 3-E  X / LinkedIn / Amazon Ads (16p, P125-P140)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617720"/>
            <a:ext cx="109728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Part 3-E で扱うトピック :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X (旧Twitter) (6p) : Grok連携 / X Ads / 規制対応 / 復活と凋落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LinkedIn (5p) : B2B 必修媒体 / Sponsored Content / ABM (Account-Based Marketing)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Amazon Ads (5p) : Sponsored Products/Brands/Display / DSP / AMC入門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Part 3 (媒体別 110p) の最終章。専門特化媒体を効率的にカバー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