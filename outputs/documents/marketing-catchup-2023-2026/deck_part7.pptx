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BSA L3 実装ガイド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Rapid LP + 広告運用初月セット / 100,000円 / 96時間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BSA戦略 L3 商品 (HP制作 + 広告運用初月) を最初の30日で完遂するための実装ガイド。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Part 1-6 の知識を BSA案件に直接落とし込んだ手順書。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受注 → 96時間でLP納品 → 広告運用 30日 → レポート + 継続提案 まで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L3 商品定義 + 価値提案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30日プラン 全体俯瞰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Day 0-3 : ヒアリング+計測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Day 3-5 : アカウント構築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Day 5-7 : クリエイティブ制作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Week 2 : Learning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Week 3 : 検証 + 最適化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Week 4 : レポート + 継続提案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価格・工数 + 詰まりポイント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L3 商品定義 + 価値提案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Rapid LP + 広告運用初月 = 10万円 / 96時間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P222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L3 商品概要 (BSA戦略)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Rapid Single LP 制作 + Google広告運用初月セット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100,000円 / 96時間納品 (LP) + 30日運用 / SLA : 納期超過時 20%返金 or 翌日無料修正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6207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LP 制作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96時間納品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ヒアリング → デザイン →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実装 → 公開まで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96時間以内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69748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69748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86207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広告アカウント構築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2461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Google中心 + 必要時Meta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7033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計測タグ実装 +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キャンペーン構造設計 +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クリエイティブ初期投入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69748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69748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6207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運用30日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2461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Day 1-30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7033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Learning Phase + 最適化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 +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継続提案 (L3 → L1/L2へ)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12080"/>
            <a:ext cx="11109960" cy="1143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49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L3 の差別化価値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69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LP制作だけ ≠ 売上に直結しない / 広告だけ ≠ LP不適合で効率悪い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『LP + 広告 + 運用』をワンストップで提供 → クライアントの実質ROI最大化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96時間納品 + 30日運用 = 工務店等の中小企業オーナーには『驚きの早さ』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L3 30日プラン全体俯瞰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受注 → 96h LP → 30日運用 → 継続提案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P223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828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82880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Day 0-3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ヒアリング+計測設計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クライアントMTG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LPワイヤー作成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GA4/Tag設置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1417320"/>
            <a:ext cx="1828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1417320"/>
            <a:ext cx="182880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15361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Day 3-5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0574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LP実装+アカウント構築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LP公開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Ads構造設計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CAPI/EC実装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1828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182880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5361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Day 5-7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0574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クリエイティブ制作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AI生成 (Midjourney等)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広告コピー生成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配信開始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1828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1828800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5361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0574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Learning Phase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 ±20% 安定運用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素材週1追加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中間チェック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417320"/>
            <a:ext cx="1828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1417320"/>
            <a:ext cx="1828800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15361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0574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検証+最適化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Lift Test 申請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Neg KW 追加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クリエイティブ入替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1417320"/>
            <a:ext cx="1828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21240" y="1417320"/>
            <a:ext cx="1828800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80" y="15361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0574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レポート+継続提案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2606040"/>
            <a:ext cx="1645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 (AI活用)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継続契約提案</a:t>
            </a:r>
          </a:p>
          <a:p>
            <a:pPr algn="ctr">
              <a:lnSpc>
                <a:spcPct val="15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来月予算配分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931920"/>
            <a:ext cx="11109960" cy="242316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069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📌 主要マイルストーン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389120"/>
            <a:ext cx="109728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Day 4 : LP公開 (96時間SLA厳守)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Day 7 : 広告配信開始 (Google Ads)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Day 14 : Learning Phase 突破 (CV30件以上目標)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Day 21 : Lift Test 結果 + Optiscore 80%以上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Day 30 : 月次レポート提出 + 継続契約提案 (L1 / L2 アップセル含む)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💡 SLA違反時 = 料金20%返金 or 翌日以内無料修正 — 実務的には事前準備で防ぐ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0-3 : ヒアリング + 計測設計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クライアントMTG → ワイヤー → 計測準備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P224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Day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受注確定 + 初回MTG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2423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・契約書 + 入金確認</a:t>
            </a:r>
          </a:p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・ヒアリングシート送付</a:t>
            </a:r>
          </a:p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・キックオフMTG (1.5h)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36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5740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ヒアリング深掘り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60320"/>
            <a:ext cx="2423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・商材詳細 / USP</a:t>
            </a:r>
          </a:p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・ターゲット / 競合</a:t>
            </a:r>
          </a:p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・KGI/KPI 合意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536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05740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LP ワイヤー + 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560320"/>
            <a:ext cx="2423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・FV / セクション設計</a:t>
            </a:r>
          </a:p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・コピーライティング</a:t>
            </a:r>
          </a:p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・デザインカンプ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536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Day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05740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計測基盤準備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560320"/>
            <a:ext cx="2423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・GA4 アカウント</a:t>
            </a:r>
          </a:p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・GTM コンテナ</a:t>
            </a:r>
          </a:p>
          <a:p>
            <a:pPr algn="ctr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・ドメイン/サーバー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31920"/>
            <a:ext cx="11109960" cy="24231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69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📋 ヒアリング必須項目 (Day 0-1)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89120"/>
            <a:ext cx="109728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1. 商材 : 何を売る? USP 3つ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2. ターゲット : 年齢/性別/状況/関心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3. KGI : 月間売上 / リード件数 目標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4. 競合 : 主要競合 3社 (LP URL)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5. 既存LP/Webサイト : URL + GA / 旧運用データ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6. 既存顧客リスト : 件数 + 形式 (Customer Match 用)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7. クリエイティブ素材 : 商品写真 / 動画 / ロゴ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8. 予算 : 初月広告予算 + 想定継続予算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3-5 : LP実装 + アカウント構築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96h SLA を守りつつ広告基盤を整える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P225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LP実装 (Day 3-4)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アカウント構築 (Day 4-5)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4767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59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デザインカンプ → 実装 (HTML/CSS/JS)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85999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5915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77439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レスポンシブ対応 (モバイル90%以上)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97479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7063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88919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フォーム / CTAボタン (Form to GA4)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08959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8211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00399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+ GTM タグ実装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20439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9359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611879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公開 (Vercel等) + ドメイン設定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19"/>
            <a:ext cx="548640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0507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023359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テスト (CV / Tag / Pixel発火確認)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874519"/>
            <a:ext cx="5349240" cy="365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94767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96595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 アカウント作成 / 招待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285999"/>
            <a:ext cx="5349240" cy="365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35915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37743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Tag Manager + GA4 連携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697479"/>
            <a:ext cx="5349240" cy="365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77063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7889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Conversion設定 (Purchase / Lead等)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108959"/>
            <a:ext cx="5349240" cy="365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18211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20039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Enhanced Conversions 有効化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520439"/>
            <a:ext cx="5349240" cy="365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59359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61187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リストアップロード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931919"/>
            <a:ext cx="5349240" cy="365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00507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402335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+ Search キャンペーン構造設計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572000"/>
            <a:ext cx="11109960" cy="17830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709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96h SLA 厳守のコツ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029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LPテンプレート化 : Tailwind + Shadcn 等で骨組みを再利用、毎回ゼロから作らない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AI活用 : Claude/ChatGPT でコピー量産、Midjourney/Firefly で画像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Vercel デプロイ : git push → 自動公開で工数最小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Day 4 : LP仮公開 → クライアント確認 → Day 4 終わりまでに本公開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Day 5 : 広告アカウント構築 + テスト配信 (少額)、Day 7 で本格配信開始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5-7 : クリエイティブ制作 (AI活用)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 で量産 + 媒体ネイティブ機能で拡張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P226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Day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コピー量産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ChatGPT/Claude で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見出し30案 + 説明文10案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クライアント承認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3619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Day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574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画像量産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14600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Midjourney / Firefly で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10-15本 (バナー/正方形)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アスペクト比対応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3619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Day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574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RSA / アセット投入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14600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 RSA で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見出し15+説明4 完備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アセット6種以上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11109960" cy="24231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69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L3 でのAI活用 鉄板パターン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89120"/>
            <a:ext cx="109728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ChatGPT/Claude (US$20/月) でコピー : 1案件あたり 10分で30案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Midjourney Standard ($30/月) で画像 : 1案件あたり 30分で15本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全L3案件で共通利用 → AI ツール費 = 案件あたり数百円程度に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上記で素材コスト削減分が利益率に直結 (デザイナー外注 5-10万円 → AI 数百円)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Day 7 配信開始時 = 初期素材としては十分、Week 2-3 で追加投入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Week 2 : Learning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AIを育てる8-14日 / 触らない強さ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P227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856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予算は ±20% 以内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856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学習リセット回避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41732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581912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194560"/>
            <a:ext cx="1856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目標CPA も ±20% 以内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743200"/>
            <a:ext cx="1856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極端な値変更NG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41732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1581912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194560"/>
            <a:ext cx="1856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アセット追加は週1回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743200"/>
            <a:ext cx="1856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頻繁な変更で学習弱体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6" y="141732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6" y="1581912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2194560"/>
            <a:ext cx="1856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Negative KW は週末に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2743200"/>
            <a:ext cx="1856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Search Termsで判断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19488" y="1417320"/>
            <a:ext cx="22219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2368" y="1581912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194560"/>
            <a:ext cx="1856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クライアント連絡は週次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743200"/>
            <a:ext cx="1856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日次の数字反応はNG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520440"/>
            <a:ext cx="11109960" cy="28346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6576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📋 Week 2 の日次チェック項目 (5分以内)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023360"/>
            <a:ext cx="1097280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予算消化率 (適正範囲か / 異常な急減・急増ないか)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CV発生数 (週末に30件以上の見込みか)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Optiscore (大きく下がっていないか)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Search Terms (明らかに無駄な大量クエリないか)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Pixel/Tag 発火 (突然停止していないか)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配信制限/エラー (Disapprovedな広告ないか)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💡 異常がなければ何もしない (=正解)。Week 3で本格的な最適化を行う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Week 3 : 検証 + 最適化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Lift Test + Negative KW + クリエイティブ入替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P228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Lift Test 申請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媒体内 (Google/Meta)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Lift で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Incremental ROAS 測定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申請後2週間で結果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Search Terms 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 で無駄クエリ抽出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Claude/ChatGPT に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Reportを貼って分析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Negative KW 10-30件追加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クリエイティブ Best/Low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アセット入替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Best 5本 → 強化版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Low 5本 → 削除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新規 3-5本 追加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Optiscore 適用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計測系から優先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Enhanced Conv / DDA等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の提案を適用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予算系は慎重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Week 3 の優先順位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1. 計測精度向上 = Enhanced Conversions / Consent Mode v2 が未実装なら即適用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2. 無駄削減 = Negative KW 一気に追加 (CV0クエリ + 関連性低クエリ)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3. クリエイティブ強化 = Best パターンの強化版 + 新規訴求軸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4. Lift Test 申請 = Week 4 の月次レポートに『Incremental ROAS』を載せるため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5. 予算配分見直し = 媒体別ROIで微調整 (大きな変更は来月)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Week 4 : レポート + 継続提案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L3 → L1/L2 へのアップセル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P229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月次レポート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標準フォーマット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・KGI/KPI ダッシュボード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・媒体別パフォーマンス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・Lift Test 結果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・来月予算配分提案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継続契約提案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L3 → 継続運用へ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・初月実績の数字根拠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・3ヶ月運用での見込み数字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・継続料金 (例: 月5万円〜)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・契約条件 (3ヶ月ミニマム)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アップセル提案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L1 / L2 / 追加サービス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・追加LP制作 (L1)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・複数ページサイト (L2)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・SNS運用 / SEO対策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・MMM等の高単価サービス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L3 受注 → 継続率を上げる工夫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月次レポートで『Incremental ROAS』を必ず提示 (Lift Test結果)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来月の具体アクション3つ + 期待数字を明示 (継続したくなる動機)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L3 (10万) → 継続 (月5-7万) で ARPU 確保 + 安定収益化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高単価アップセル = MMM / Brand Lift / 専門ツール導入 等の差別化要素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副業代行で月10案件継続 = 月50-70万円の安定収益基盤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L3 価格・工数のリアル + 詰まりポイント集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副業代行で『L3 あるある』を防ぐ + Part 8 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P230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💰 L3 1案件のコスト+利益試算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029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■ 売上 : 10万円 (L3 商品)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■ コスト :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  ・AIツール : 約1,000円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  ・サーバー (Vercel等) : 0円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  ・自分の人件費 (20h × 5,000円) : 10万円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■ 初月粗利 : 約マイナス1,000円〜0円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■ 継続契約 : 月5万円 = 安定収益基盤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→ L3 単発は薄利、継続化が事業の肝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⚠ 詰まりポイント TOP5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73152" cy="384048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8366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96h SLA超過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901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テンプレ化+AI活用で工数圧縮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258568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258568"/>
            <a:ext cx="73152" cy="384048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3134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計測未実装で配信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331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Day 3で必ずテスト発火確認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688336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688336"/>
            <a:ext cx="73152" cy="384048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7432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Learning Phase妨害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7614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Week 2は触らない徹底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18104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118104"/>
            <a:ext cx="73152" cy="384048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172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継続提案を Week 4最終日に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19125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Week 3から準備、Day 28-30で提案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47872"/>
            <a:ext cx="53492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547872"/>
            <a:ext cx="73152" cy="384048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60273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素材不足で停滞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6210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Day 5-7に多めに量産、Week 3用も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20624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NEXT →  Part 8 付録 (15p, P231-P245)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63440"/>
            <a:ext cx="109728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8 で扱うトピック (15p) :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用語集 (2024-2026 新語中心)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主要ツール比較表 (AI広告 / 計測 / 運用)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情報源リスト (Search Engine Land / 日経XTREND等)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プロンプト集 (運用者向け)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クライアント FAQ 10選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副業復帰チェックリスト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