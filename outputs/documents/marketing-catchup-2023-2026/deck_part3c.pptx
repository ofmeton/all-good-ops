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3-C   |   動画 + 日本ポータル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YouTube + Yahoo!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Connected TV へ拡張する YouTube + LINEヤフー広告 統合直前の Yahoo!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YouTube は CTV (Connected TV) 軸で再定義される時期。Shoppable CTV (2026/01) と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VRC Non-Skip (2026/03) が global ロールアウト。Yahoo!は LINEヤフー広告統合 (2026春) の直前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029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5029200"/>
            <a:ext cx="91440" cy="13716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120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486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12p (P78-P89)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0644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Demand Gen / VRC / Shorts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CTV / Shoppable / Brand Lift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ABCD クリエイティブ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29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5029200"/>
            <a:ext cx="91440" cy="13716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5120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Yahoo!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486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10p (P90-P99)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80644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LINEヤフー広告統合 2026春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Yahoo!検索広告 / YDA /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LINE連携の現在地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 Ads ランドスケープ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再生面 + 配信面 + 課金軸の3層で整理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3716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再生面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Mobile / Desktop / TV Screen (CTV)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CTV比率が急増 (2025 US$33B市場)。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80% の PMax 広告主が CTV配信中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13716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11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InStream / InFeed / Shorts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縦型Shortsの伸びが最大。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InStream は Skippable と Non-Skippable に分岐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3716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9087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課金軸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CPV / CPM / 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Awareness=CPM, Demand Gen=CPA/tROAS,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Video Reach=CPM, Conversion=CPA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🔥 2026年最大の変化 : YouTube 配信は『動画広告』から『TV広告』へ。CTV最適化が必須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 キャンペーンタイプ 2026 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目的別に5タイプ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2219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221992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Demand 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需要喚起+CV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1947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InStream/InFeed/Shorts +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Discover+Gmail。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2024-2025でVAC統合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417320"/>
            <a:ext cx="22219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417320"/>
            <a:ext cx="2221992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155448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Video Reach Campaign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194560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リーチ最大化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560320"/>
            <a:ext cx="1947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TrueView/Bumper/Skippable統合。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2026~ Non-Skip 6/15/30秒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全世界ロールアウト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417320"/>
            <a:ext cx="22219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417320"/>
            <a:ext cx="2221992" cy="64008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155448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Video Action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194560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(Demand Gen に統合済)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560320"/>
            <a:ext cx="1947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2024-2025 で段階的に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Demand Gen にアップグレード。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新規作成不可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6" y="1417320"/>
            <a:ext cx="22219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1417320"/>
            <a:ext cx="2221992" cy="64008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155448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Performance 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194560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全在庫CV最適化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560320"/>
            <a:ext cx="1947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YT在庫を含む全配信。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Shoppable CTV 統合 (2026/01)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1417320"/>
            <a:ext cx="22219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9488" y="1417320"/>
            <a:ext cx="2221992" cy="64008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55448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App Campaign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2194560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アプリインストール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560320"/>
            <a:ext cx="1947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YouTube動画含む全在庫。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UAC = Universal App Campaign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114800"/>
            <a:ext cx="11109960" cy="22402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519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副業代行で押さえるポイント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617720"/>
            <a:ext cx="10972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ブランディング案件 = Video Reach Campaign (2026 Non-Skip 6/15/30秒)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CV系/D2C案件 = Demand Gen (Shorts縦型 + InStream + Gmail)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ECで全在庫狙う = Performance Max (Shoppable CTV含む)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Video Action Campaign は新規作成不可、既存はDemand Genへ移行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ブランド + CV のミックス = Video Reach + Demand Gen 並行運用が定番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Demand Gen + YouTube Shorts 縦型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2024/10〜の縦型シフトに対応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YouTube Shorts は 2025年時点で月間 700億回再生 / 月間20億ユーザー (Google公式) ※要確認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Demand Gen は YouTube Shorts 単独配信指定が可能 (2025〜 Channel Controls)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2025年 Demand Gen の Shorts関連アップデート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9:16 縦型画像アセット対応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Shorts用に縦型静止画も配信可能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1752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01752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272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Channel Controls (Shortsのみ指定)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InStream / InFeed / Shorts を個別ON/OFF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330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動画拡張 (1動画→複数アスペクト比)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横型動画から縦型を自動生成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02336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330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Shorts単独パフォーマンス指標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InStream / InFeed と分離してレポート化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Shorts クリエイティブ鉄則 (2026)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1秒以内に視覚インパクト (テキスト/人物動き)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9:16 縦型必須、上下に余白を残してUIで隠れる対策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字幕/テロップ常時表示 (音声OFFユーザー対応)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15秒以下推奨 (TikTok Smart+ 同様の鉄則)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Video Reach Campaign + Non-Skip (2026/03 グローバル)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TrueView/Bumper/Skippable + Non-Skip 6/15/30秒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Google 公式 (2026年3月 グローバルロールアウト)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Non-Skippable 動画広告 (6秒/15秒/30秒) が VRC で運用可。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Smart TV / Roku / Fire TV / Apple TV / Chromecast 全対応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VRC で配信可能なフォーマット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2221992" cy="109728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1947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Bumper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6秒</a:t>
            </a:r>
          </a:p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Non-Skippable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認知最大化、CPM最適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30175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3017520"/>
            <a:ext cx="2221992" cy="109728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3246120"/>
            <a:ext cx="1947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Skippable</a:t>
            </a:r>
          </a:p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In-Stream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388620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5秒以降スキップ可</a:t>
            </a:r>
          </a:p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15秒〜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4343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視聴完了で課金、CPV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4064" y="30175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4064" y="3017520"/>
            <a:ext cx="2221992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1224" y="3246120"/>
            <a:ext cx="1947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Non-Skip</a:t>
            </a:r>
          </a:p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6秒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388620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新規 (2026~)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1224" y="4343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短時間ブランディング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776" y="30175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1776" y="3017520"/>
            <a:ext cx="2221992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3246120"/>
            <a:ext cx="1947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Non-Skip</a:t>
            </a:r>
          </a:p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15秒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388620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新規 (2026~)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4343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標準的ブランディング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9488" y="30175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3017520"/>
            <a:ext cx="2221992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6648" y="3246120"/>
            <a:ext cx="1947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Non-Skip</a:t>
            </a:r>
          </a:p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30秒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886200"/>
            <a:ext cx="1947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新規 (2026~)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4343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長尺ストーリー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20640"/>
            <a:ext cx="11109960" cy="12801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257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Non-Skip 30秒の意味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7784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従来の『2連続15秒』を置換。CTV/TVスクリーンでの視聴体験が『TV CMライク』に。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ブランド広告主にとっては動画素材の長尺化が必須に。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副業代行は『6/15/30秒の素材セット』をクライアントから入手 → AIが配信面別に最適化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ABCD原則 + クリエイティブ鉄則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YouTube動画広告のグローバル鉄板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459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Attract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最初の3秒で掴む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・人物登場/音響/テロップで意表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・ブランドカラーを早期露出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6459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5740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5秒以内にブランド明示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4320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・ロゴ/商品/色のいずれかを表示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・Bumper では1秒以内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716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0876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6459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05740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ベネフィットを具体的に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4320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・数字/事例/Before-After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・ターゲット視聴者像を意識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3716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50876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16459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05740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CTAを明確化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74320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・『今すぐ』『LINE友達追加』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・URL / QR / 末尾オーバーレイ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2026年版・追加鉄則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5196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622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音声OFF前提のキャプション/テロップ常時表示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18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9:16 縦型 + 16:9 横型 + 1:1 正方形 の3パターン用意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029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30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AI生成クリエイティブの活用 (Veo/Sora/Runway)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869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144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CTV向けは TVスクリーンで読める文字サイズで設計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Connected TV (CTV) — 2026年市場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YouTube on TV Screen が広告の主戦場へ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029200" cy="49377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US CTV広告市場規模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$33.35B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2025年 (デジタル広告全体の 9.6%)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4572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2026年予測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$38B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前年比 +14%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43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ALM Corp / eMarketer 集計 ※要確認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417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Performance Max での CTV 利用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874519"/>
            <a:ext cx="5897880" cy="20116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194560"/>
            <a:ext cx="2468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of PMax 広告主が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既に CTV配信中 (2025-2026)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023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対応デバイス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43484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45537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 TV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443484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45537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Roku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443484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45537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Fire TV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502920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5148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Apple TV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80" y="502920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5148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Chromecast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502920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5148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Google TV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9436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Awareness/Branding 案件は CTV配信を提案に組み込み (2026年標準)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Shoppable CTV Ads (2026/01)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TVを見ながら商品をブラウズ・購入できる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Demand Gen でTV画面に表示される動画広告に商品カルーセル + QRコードを組み合わせ。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Merchant Center の商品データから自動生成、QRで個別商品ページに遷移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ユーザー体験フロー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TVで動画広告視聴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YouTube on TVで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通常の動画広告が再生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8803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8803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999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20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商品カルーセル表示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90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動画下部に商品画像 + 価格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が横スクロールで表示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803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8803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999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20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QRスキャン → 購入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0690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スマホでQR読取 →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商品ページへ直遷移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109960" cy="10972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副業代行で実装するために必要なもの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Google Merchant Center 商品データフィード (Shopify/WooCommerce/EC-CUBE 連携可)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Demand Gen キャンペーン (CTV配信ON)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動画クリエイティブ + 商品リンクURL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BrandConnect / Creator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クリエイター連携で広告を発信する仕組み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YouTube BrandConnect : 広告主とクリエイターをマッチングし、ブランド統合動画を制作・配信。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Creator Partnerships : 既存のクリエイター動画を広告フォーマット (Sponsored Video) に活用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BrandConnect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ブランド統合動画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Google公式マッチングプログラム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ブリーフ提出 → クリエイター提案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広告主が選定 → 動画制作 → 配信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5488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事例: 大手ブランド・マーケットリーダー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42316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5877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Creator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71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既存動画の広告活用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クリエイターが投稿済の動画を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広告として配信 (Sponsored Video)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広告主とクリエイターの直接契約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75488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92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事例: D2Cブランド・アパレル・コスメ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💡 中小予算 (月50万円以下) には Creator Partnerships が現実的。Google公式 BrandConnect は大型予算向き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 計測 : Brand Lift / Search Lift /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認知系も含めて効果を可視化する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 Lift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認知・想起・購入意向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TestとControl群へポーリング配信。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4指標で定量化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6916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Search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774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ブランド検索数の上昇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広告接触群と非接触群で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ブランド名検索数を比較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Conversion (DDA)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774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Demand Gen / VRC のCV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Cross-channel DDAで配信寄与を算出。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ラストクリック過小評価を補正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6916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View-Through 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774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視聴後の遅延CV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8346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動画視聴 → 24/72時間以内のCV。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ブランド系で重要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39"/>
            <a:ext cx="11109960" cy="23774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14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副業代行で押さえるレポート方針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ブランディング案件 = Brand Lift + Search Lift で効果証明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CV案件 = DDA + View-Through で『動画は見るだけ』のCV寄与を可視化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Brand Lift Study は Meta と同様、月100万円以上の予算で標準利用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Search Lift はオフラインCVも見える化 — 来店・電話など Google Ads に直接戻らないCVも追える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YouTube単独 ROI ではなく『Cross-channel 寄与』として説明する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 : 鉄板運用メソッド 2026年版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新規YouTube案件で最初の30日にやること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0-2 : 計測 + クリエイティブ設計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× YouTube連携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DDA を Conversion設定で有効化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クリエイティブ尺別に分類 (6/15/30秒)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Merchant Center 連携 (EC案件のみ)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3-7 : キャンペーン構造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Awareness系 = VRC + Bumper/Skippable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CV系 = Demand Gen (Shorts含む)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 = Performance Max (CTV含む)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Channel Controls で配信面を分離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8-21 : 学習期間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Study 申請 (該当時)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Signal に1PD投入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アセット追加は週1回程度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View-Through Window を確認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最適化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/ Search Lift の結果確認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 Best/Low の入替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CTV配信比率を最適化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 次月提案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 : よくある失敗と回避策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副業代行で『YouTube あるある』を防ぐ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P89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16:9 横型のみで配信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Shorts (9:16) で機会損失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9:16 / 16:9 / 1:1 の3パターン用意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ラストクリックでCV評価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View-Through CV見えず、過小評価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DDA + View-Through Window 7-14日で評価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音声前提のクリエイティブ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ミュート視聴で訴求が伝わらない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テロップ常時表示、字幕焼き付け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CTV配信の無視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2026年で機会損失大、市場 +14%/年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Awareness / VRC / PMax で CTV 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 Lift Study 未活用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ブランド広告のROIが説明できない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月100万円以上は Brand Lift で効果証明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Demand Gen と VRC を混同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目的別に使い分けないと予算非効率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CV = Demand Gen, 認知 = VRC を徹底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 — 3-C 後半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日本市場の二大ポータル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Yahoo!広告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LINEヤフー広告 統合 (2026春) 直前の現在地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2025/09/25 公式発表 : LINE広告 + Yahoo!広告ディスプレイ広告 (運用型・予約型) を統合し、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2026年春から『LINEヤフー広告 ディスプレイ広告』として提供開始。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Yahoo!ユーザーは自動移行、LINE側は移行ツール or 手動移行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 章内の主要トピック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06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LINEヤフー広告統合 2026春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332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Yahoo!検索広告 + AI機能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258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YDA (ディスプレイ広告)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318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LINE広告との連携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4406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ターゲティング・オーディエンス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7332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計測・コンバージョンタグ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60258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鉄板運用メソッド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318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よくある失敗・回避策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LINEヤフー広告 統合 2026春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 + Yahoo! ディスプレイ広告が一本化される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LINEヤフー公式発表 (2025/09/25)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LINE広告 (Talk Head View含む) + Yahoo!広告 ディスプレイ広告 (運用型・予約型) を統合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2026年春より『LINEヤフー広告 ディスプレイ広告』として提供開始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現在ユーザーの移行パス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91440" cy="18288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Yahoo!広告ユーザー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 自動移行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設定・データそのまま引継ぎ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運用者の作業は不要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91440" cy="182880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46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LINE広告ユーザー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⚠ 移行ツール or 手動移行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管理画面の移行ツール経由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手動セットアップも可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852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Connect One 構想とは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0527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LINE公式アカウントを起点に、広告 / 販促 / コマース / 予約 / 顧客分析 を統合提供する構想。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2026春の広告統合はその第一弾。LINE + Yahoo! の統合データで MLモデルが共有学習 → 配信効果向上を期待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Yahoo!検索広告 — 現在 + AI機能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Google検索広告とは異なる立ち位置を維持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Yahoo!JAPAN は日本国内での検索シェア 約20-25% (Google約75%) ※要確認。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高年齢層 + 男性比率高 + ニュース閲覧と連動した検索行動が特徴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自動入札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目的別自動入札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Maxコンバージョン / 目標CPA /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目標ROAS / Maxクリック等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46888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743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レスポンシブ検索広告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見出し最大15・説明文最大4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74904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RSA と同様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AIが組合せ最適化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46888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743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AIアシスト機能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広告文生成・キーワード提案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4904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管理画面でAIが下書き生成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人間が最終承認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46888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743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Microsoft広告連携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Bing経由の広告も拡張可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74904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Microsoft広告が日本撤退後 ※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Yahoo!検索広告のみ運用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副業代行での扱い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B2C / 高年齢層ターゲット (50代以上) の案件では Google単独より Yahoo!併用が効く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B2B でも Yahoo!検索の方が CPA安い業種あり (士業/不動産/保険)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提案には『Google + Yahoo!』の2軸セット提案がデフォルト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名義方針 : 提案文では『Yahoo!広告』と明記OK、ただし前面押しはしない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YDA (Yahoo!広告 ディスプレイ広告)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2026春の統合直前の現状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運用型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オークション型・自動最適化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リアルタイム入札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AI自動配信が主流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中小予算でも運用可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2026春に LINEヤフー広告に統合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予約型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保証型・期間契約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ブランドパネル / Yahoo! JAPANトップ等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大型予算 (数百万〜数千万円)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認知獲得・大型キャンペーン向け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2026春に LINEヤフー広告に統合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YDA の AI機能 (2026年現在)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01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自動入札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01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目標CPA / ROAS / コンバージョン最大化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309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オートターゲティング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4924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AIがオーディエンス自動拡張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784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967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広告クリエイティブAI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69671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テキスト・画像のAI生成 (限定機能)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258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441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LINE側ML共有 (2026〜)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044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統合後 LINE行動データを学習に組込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LINE広告との連携 — 現在 → 2026春統合の流れ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現状の連携機能と2026春の完全統合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P94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現状 (2025) — 部分連携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After (2026春~) — 完全統合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8424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9339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Yahoo!とLINEは別管理画面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39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ID / オーディエンス別管理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59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9923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LINEオーディエンスをYDAで活用 (一部)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79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9300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0215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YDAでLINE友だち追加広告配信可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199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9592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0507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ビジネスID統合 (2025/06/30~)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98424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99339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LINEヤフー広告 ディスプレイ広告に一本化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377439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48716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49631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ビジネスID + 統合データ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880359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99008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99923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 + Yahoo! 横断ターゲティング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383279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49300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50215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LINE側ML改善で配信効果向上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886199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99592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00507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1キャンペーンで両在庫配信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617720"/>
            <a:ext cx="11109960" cy="17373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754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2026春の統合に向けた副業代行の準備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0749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Yahoo!広告ユーザーのクライアント — 自動移行されるので運用継続のみ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LINE広告ユーザーのクライアント — 移行ツールの確認、テストアカウントで予行演習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両方使うクライアント — 統合後はキャンペーン構造を再設計 (在庫横断最適化)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提案資料 : 『2026春から日本市場の主要DSPに格上げ』として LINEヤフー広告を組込み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5. リーチ : LINE+Yahoo!合算で 国内スマホユーザー 94% (重複除く) を訴求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Yahoo!広告 ターゲティング・オーディエンス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Yahoo!固有のデータが強みの領域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属性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年齢 / 性別 / 地域 / 言語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Yahoo!JAPAN 登録情報ベース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興味関心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Yahoo!検索履歴 + 閲覧履歴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ニュース / Y!知恵袋 / 不動産等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ライフイベント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116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結婚 / 転職 / 出産 / 引越し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Yahoo!サービスからの推定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71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購買意欲層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661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EC検索行動からの推定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Yahoo!ショッピング検索を活用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2971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カスタムオーディエンス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5661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1PD アップロード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9776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ハッシュ化された顧客リスト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2971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類似拡張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661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Lookalike 相当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776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Yahoo!ユーザーから類似抽出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572000"/>
            <a:ext cx="11109960" cy="17830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Yahoo!固有データの強み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Yahoo!ニュース閲覧履歴ベースの興味関心 → トレンド連動の訴求が可能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Yahoo!不動産・知恵袋・ファイナンス等の高関与サービス連動 → 購買意欲層が強い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高年齢層 (50代以上) のリーチ網はGoogle/Metaより強い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2026春以降 + LINEデータ : チャット行動 + 検索行動の組合せでターゲティング精度UP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Yahoo!広告 計測・コンバージョンタグ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Cookie対応 + サイトジェネラルタグ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サイトジェネラルタグ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全ページに設置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の gtag.js 相当。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GTM経由でも実装可。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コンバージョン測定の基盤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コンバージョン測定タグ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サンクスページに設置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CV発生時に発火。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Yahoo! Tag Managerで一元管理可。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アプリ計測も含む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11109960" cy="24688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Cookie対応 + Privacy 対策 (2026年現在)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622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Cookie廃止撤回 (2024/07) でYahoo!広告のCookie計測も継続可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280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ATT等のシグナル減対策 : サーバーサイド計測 (相当機能) は限定的、Tag Manager経由が標準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937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ITP (Safari) の影響 : Yahoo!広告でも First-Party Cookie へ移行が進行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595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Consent Mode 相当 : Yahoo!独自の同意管理は限定的、CMP導入で日本市場対応が現実解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97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25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🔥 2026春LINEヤフー統合 : ID統合 + データ統合で計測精度改善が期待される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Yahoo!広告 業界別ユースケース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Google より Yahoo!が強い業種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不動産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Yahoo!不動産連動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高年齢層 + Yahoo!不動産閲覧者へのリマケで効果大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金融 / 保険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202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Yahoo!ファイナンス連動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比較検討層・高所得層へのリーチが Google比優位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544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自動車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202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Yahoo!カー / オークション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中古車・新車検討者の購買サイクルに合致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6324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6324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BtoB士業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661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Yahoo!知恵袋 + 検索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3192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弁護士・税理士・社労士の問合せCV安定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06324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06324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004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通販 / D2C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5661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Yahoo!ショッピング連携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93192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リテールメディアと組み合わせて広域認知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06324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06324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教育 / 資格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661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Yahoo!ニュース閲覧層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3192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資格取得・スクール案件で高CV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2920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166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 Yahoo! 提案ライン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48640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上記6業界では『Google + Yahoo!』のセット提案がデフォルト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EC案件は『Yahoo!ショッピング広告』 (Part 3-E Amazon Adsと並ぶ位置づけ) も検討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名義方針 : ofmeton としての発信ではYahoo!も併記OK、BSAでの提案は『AI運用代行』として包括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Yahoo!広告 : 鉄板運用メソッド 2026年版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Google Adsと並行運用する前提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0-2 : 計測 + クライアント情報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サイトジェネラルタグ確認/設置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コンバージョン測定タグ設置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との重複CV確認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予算配分 (Google : Yahoo! = 7:3 が定番)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3-7 : キャンペーン構造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検索広告 : 完全一致 + フレーズ + 部分一致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YDA : オーディエンス × 興味関心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リマケ : サイトジェネラルタグ連動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LINE広告 (該当時) : 友だち追加配信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8-21 : 学習期間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自動入札の学習を観察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AIアシストでクリエイティブ生成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 ±20% 以内で安定運用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オーディエンス追加は週1ペース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最適化 + レポート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検索クエリで Negative追加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 Best/Low 入替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との配分見直し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 次月提案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 pitfalls + Part 3-C 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副業代行で『Yahoo! あるある』 + 次章へ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P99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Google複製で運用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Yahoo!固有のオーディエンス未活用 → Yahoo!興味関心 + ライフイベントを活用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LINE広告との連携無視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LINEオーディエンスをYDAで活用できる (現在) → 2026春の統合に備えて連携準備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603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974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97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Cookie対応放置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08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ITP / 規制でCV計測ロス → サイトジェネラルタグ + CMP導入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603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56032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予算配分の固定化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Google一辺倒ではYahoo!得意業種を逃す → 業種別に配分を見直し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605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3-D  TikTok + LINE  (25p, P100-P124)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17720"/>
            <a:ext cx="10972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3-D で扱うトピック 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TikTok (15p) : Smart+ / Symphony AI Suite / Spark Ads / TikTok Shop / Creative Center / 縦型クリエイティブ鉄則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LINE (10p) : LINE広告 / 配信面 / 友だち追加・公式アカウント連携 / 2026春統合の準備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B2C系の重要媒体ペア。日本市場の Z世代-30代 リーチで Google/Meta と並ぶ第3の柱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