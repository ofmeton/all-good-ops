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計測・データ基盤の激変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Cookie終焉時代の計測標準は CAPI / SGTM / 1PD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GA4移行後の現代、サーバーサイドが標準。MMM の復活、Incrementality Test の民主化、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Identity Solutions の台頭、AI Analytics への移行 — 運用代行で『計測ができる人』が価値を持つ時代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計測パラダイム TL;DR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GA4 完全移行後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GA4 2024-2026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SGTM (Server-side GTM)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CAPI 全媒体標準化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Enhanced Conv / AEM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Consent Mode v2 + CMP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First-Party Data 戦略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CDP の進化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492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MMM の復活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6492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Robyn / Meridian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6492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Incrementality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8580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Conversion / Brand 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68580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Identity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68580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Looker / BigQuery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7223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Clean Rooms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7223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AI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7223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副業代行 計測ベスプラ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計測パラダイムの変化 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2023年9月 → 2026年4月 / 5つの大変化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P142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9047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ブラウザ計測 → サーバーサイド計測へ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288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iOS/ATT / ITP / Cookie制限により Pixel単独では計測ロス -30〜50%。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SGTM + CAPI / Enhanced Conversions / Events API がハイブリッド標準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13432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96312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47802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ラストクリック → DDA / Incrementality 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Data-Driven Attribution (DDA) がGoogle/GA4 デフォルト (2022~)。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Test が民主化、Incremental ROAS で意思決定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00984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00984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83864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6557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MMM が復活 (Robyn / Meridian の民主化)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0390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 Robyn (R/Ridge) + Google Meridian (Python/Bayesian) のオープンソース。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中小ブランドでも MMMで Cross-channel 評価可能に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88536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88536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71416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531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Identity Solutions の台頭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7914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Cookieless計測の柱として UID2.0 / RampID / Privacy Sandbox 等。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ただし 2025/10 Privacy Sandbox 終了で勢力図が再編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76088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76088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58968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440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Analytics への移行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7790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Insights (AI 自動分析)、Looker AI、Conversational Analytics。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『SQLわからない人でもクリック分析』時代に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GA4 完全移行後の現在地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UA終了 (2023/07/01) → GA4が事実上唯一の標準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P143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GA4 移行のタイムライン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109960" cy="411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82880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2020/10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476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リリース (β)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1110996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182880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231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2022/03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4505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UA → GA4 移行アナウンス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34640"/>
            <a:ext cx="11109960" cy="411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182880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2023/07/01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9535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UA データ収集停止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37560"/>
            <a:ext cx="1110996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337560"/>
            <a:ext cx="182880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29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2024/07/01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456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UA 完全廃止 (データアクセス不可)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40480"/>
            <a:ext cx="11109960" cy="411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182880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2024-2026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959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機能強化期間 (Insights / Predictive)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11109960" cy="17830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09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GA4 と UA の根本的な違い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29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計測モデル : セッションベース → イベントベース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データモデル : ヒット型 → エンティティ型 (User / Session / Event)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クロスデバイス : Cookie前提 → User-ID + Signals (PII不要)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データ保持 : 14ヶ月制限 (GA4 360 は 50ヶ月) / BigQuery エクスポートで永久保存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レポート : 標準レポート減 / カスタムExploration が中心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GA4 2024-2026 アップデート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 Insights + Predictive + BigQuery 統合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P144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自動異常検知 + 解釈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AIが日次でデータ異常を検知し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『なぜ起きたか』を自然言語で解説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ホーム画面で表示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Predictive Audiences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購入予測 / 離脱予測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7744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MLで7日購入見込みユーザー /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離脱見込みユーザーを自動セグメント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Adsへ自動連携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Conversational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自然言語でデータ分析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7744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Gemini連携で『先月の売上は?』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等の質問に自然言語で回答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GA4内の新UI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Enhanced Measurement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標準で多くを自動計測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37744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PageView / Scroll / Outbound Click /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Site Search / Video等が自動取得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実装工数を削減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 GA4 を活用するシナリオ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初回ヒアリング : GA4 設置・Enhanced Measurement・eコマース計測の状況確認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Predictive Audiences を Google Ads にimport → 高LTV / Churn対策に活用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Conversational Analytics でクライアント向けレポート作成を効率化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BigQuery export を有効化 → Looker Studio で自由設計のダッシュボード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AI Insights で月次の異常検知を自動化、レポートに添付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イベントベース計測の思想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GA4の根幹 : すべてが『イベント』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P145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GA4ではユーザー行動 (PageView / Scroll / Click / Purchase等) すべてを『イベント』として記録。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イベント名 + パラメータ (key-value) の柔軟なスキーマで、計測したいものを定義できる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自動計測イベント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GA4が自動で取得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page_view / first_visit /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user_engagement / session_start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46888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46888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58775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拡張計測イベント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Enhanced Measurement で取得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38328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scroll / click / video_play /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file_download / view_search_results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46888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46888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58775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推奨イベント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9718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業種別の名前付き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8328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EC: purchase / add_to_cart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リード: generate_lead / signup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46888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246888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258775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カスタムイベント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97180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独自定義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38328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業種固有のCV (例: 内見申込)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elvetica Neue"/>
                <a:ea typeface="Helvetica Neue"/>
                <a:cs typeface="Helvetica Neue"/>
              </a:rPr>
              <a:t>GTM/gtag で実装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834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20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副業代行のイベント設計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40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初期実装 : Enhanced Measurement ON で大半カバー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EC : 推奨イベントの eコマースセット (purchase / view_item / begin_checkout 等) を完備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リード/問合せ : 推奨イベント generate_lead と カスタムイベント (例: 資料DL) の組合せ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SGTM (Server-side GTM) 全貌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計測タグをサーバーで発火する標準構成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P146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Server-side Google Tag Manager : ブラウザのGTMコンテナを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クラウドサーバー (GCP / AWS / Cloudflare等) に置き、計測タグをサーバーで処理する構成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計測精度向上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ITP/ATT/Cookie制限を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バイパスし計測ロス削減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ページパフォーマンス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1089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ブラウザのJSタグ削減で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LCP/FID/CLS が改善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データガバナンス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089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サーバーで PII を除去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プライバシー保護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マルチタグ統合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1089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/ GAds / Meta CAPI 等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を一元管理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26280"/>
            <a:ext cx="11109960" cy="18288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 SGTM を導入する判断基準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83480"/>
            <a:ext cx="10972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 50万円以上のクライアント = SGTM 導入検討推奨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Cloudflare Workers なら月100円〜で開始可能、Google Cloud Run でも月1,000円程度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計測ロスが大きい (Safari割合高い) サイトでは効果絶大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副業代行スイートスポット : 月予算100万以上 + iOS率 50%以上 のEC案件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SGTM 実装パス3つ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ホスティング先の選択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P147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 Cloud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公式推奨 / GCP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Google公式マニュアル完備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1サーバー約US$120/月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 Always Free 範囲拡大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Cloudflare Workers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コスパ最強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月100円〜で開始可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エッジ配信で高速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GTM公式テンプレートあり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Stape.io / DataLayer.io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マネージドサービス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セットアップ済 SGTM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月US$20-200程度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副業代行で利用増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2057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副業代行のおすすめ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月予算 50万 - 200万 のクライアント = Cloudflare Workers (コスパ最強・SSL/TLS含む)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月予算 200万円以上 + GCP既に利用 = Google Cloud Run (公式マニュアル充実)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副業代行で工数削減したい = Stape.io 等のマネージドサービス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学習目的 = Cloudflare無料枠 (1日 100,000リクエスト) で実験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CAPI (Conversion API) 全媒体標準化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サーバーサイド計測の業界デファクト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P148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iOS/ATT・ITP・Cookie制限で Pixel単独 -30〜50% の計測ロス。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CAPI 実装で Event Match Quality (EMQ) 向上 → 配信精度・CV復元が劇的改善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CAPI 対応媒体 (2026年現在)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535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API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CAPI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346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83464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9535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461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Events API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Server-side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346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834640"/>
            <a:ext cx="91440" cy="9601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535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461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Enhanced Conv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EC for Leads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8346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2834640"/>
            <a:ext cx="91440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9535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4612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API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862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886200"/>
            <a:ext cx="91440" cy="9601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0507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X (Twitter)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9768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API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Web + 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38862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3886200"/>
            <a:ext cx="91440" cy="9601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00507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Pinterest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29768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Conversions API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Pixel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8862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886200"/>
            <a:ext cx="91440" cy="9601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00507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Snap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29768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CAPI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Pixel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38862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400" y="3886200"/>
            <a:ext cx="91440" cy="9601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400507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LinkedIn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29768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Conversions API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120640"/>
            <a:ext cx="10972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SGTM経由で全媒体の CAPI を一元実装 = 工数最大削減 + 重複排除も簡潔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Enhanced Conversions (Google) + AEM (Meta)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ハッシュ化1PDで計測補強する2大手法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P149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 Enhanced Conversions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Web / 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CV発生時のEmail/電話を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ハッシュ化してGoogleへ送信。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Cookie計測ロスを補完。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+5〜15% の CV復元事例多数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Meta AEM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Aggregated Event Measurement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 14.5以降のATTオプトアウトユーザー向け。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8つの優先イベントを設定し、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上位優先度CVを差分プライバシーで集約。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EC: Purchase最優先が定石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 : 必須 + デフォルト実装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Enhanced Conversions = Google Ads配信があれば必須実装 (ON にするだけで効果)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AEM = Meta配信 + iOS集客比率高い案件で 8イベント優先順位を業種別に設計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ハッシュ化処理 = SGTM経由で実装、PII処理を一元化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Consent Mode v2 + CMP の実装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EEA義務化 (2024/03) → グローバル標準化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P150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4つの同意パラメータ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914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ad_storage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広告Cookie使用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914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9659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ad_user_data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ユーザーデータの共有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828800"/>
            <a:ext cx="914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659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ad_personalization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317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広告パーソナライズ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82880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828800"/>
            <a:ext cx="914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9659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analytics_storage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3317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分析Cookie使用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主要 CMP (Consent Management Platform)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832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3832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118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Cookiebot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776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中小〜中堅向け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97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月€9〜  /  日本語UI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33832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33832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6118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OneTrust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9776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エンタープライズ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297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高機能 / 高価格 (要見積)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33832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3832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6118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usercentrics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9776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ドイツ系統合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297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GDPR完全準拠 / 月€39〜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33832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15400" y="33832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36118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TrustArc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9776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米国エンタープライズ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297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プライバシーガバナンス特化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副業代行 : 中小は Cookiebot がコスパ最強。月€9〜で完備、設定30分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First-Party Data (1PD) 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Cookieに頼らない自社データ資産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CRM データ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顧客リスト / 購買履歴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(Google/Meta)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Lookalike のシード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LTV予測の基盤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Web行動データ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GA4 / 1st Party Cookie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サイト内導線・離脱・CV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ファネル分析の素材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リマーケティング元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メール/LINE 行動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開封・クリック・購読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メルマガ / LINE公式の行動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セグメント別配信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友だちステータス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オフライン行動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POS / 来店 / コール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オフラインCV取り込み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Offline Conversion Import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MMM のインプット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 : 1PD 整備の優先順位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Customer Match = 全クライアントで CRM顧客リストを月次アップロード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Enhanced Conversions / AEM = ハッシュ化1PDで計測補強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Lookalike = Customer Match をシードに新規獲得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Offline CV Import = 来店・電話・商談クローズなど Web外の行動を取り込み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5. CDP導入 = 月予算500万以上の中規模以上で検討 (Treasure Data / Tealium / Segment 等)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Customer Data Platform (CDP) の進化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1PDの統合・セグメント・配信を一元化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CDP : 顧客の Web / アプリ / オフライン行動を統合した『顧客マスター』を作り、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セグメント化 → 配信先 (広告 / メール / LINE等) に一元配信するプラットフォーム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26974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Treasure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日本でシェア1位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大手企業向け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468880"/>
            <a:ext cx="26974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Segment (Twilio)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10896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開発者向け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グローバル標準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68880"/>
            <a:ext cx="26974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Tealium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0896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エンタープライズ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グローバル展開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2468880"/>
            <a:ext cx="26974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HubSpot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10896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中堅向け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MA/CRM一体型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023360"/>
            <a:ext cx="11109960" cy="2331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中小予算でCDPの代替手段 (Light-CDP)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GA4 + BigQuery + Google Ads = 無料で 簡易CDP相当 (1PDの統合・セグメント化)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Shopify + Klaviyo / KARTE = ECならCDP込みのMA で運用可能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Notion / Airtable + Zapier = 案件規模が小さい時はノーコード組合せ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 : 月予算100万円以下のクライアントでは CDP導入は不要、Light-CDPで十分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月予算500万円以上 = Treasure Data / Segment 等の本格CDP導入を提案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MMM (Media Mix Modeling) の復活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ラストクリック計測崩壊の反動として民主化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MMM : 統計モデルで広告予算と売上の関係を推定し、媒体別の貢献度・最適配分を求める。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Cookie計測の限界 + Cross-channel計測の難しさへの対策として 2023-2026 で再評価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なぜ今MMMが復活したか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9144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44368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計測シグナル減少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ATT / Cookie制限 / 規制でラストクリック計測が信頼できない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3464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834640"/>
            <a:ext cx="9144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44368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Cross-channel評価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/ Meta / TV / OOH を横断評価する手段が他にない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9476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9144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8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オープンソース化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Robyn (Meta) / Meridian (Google) で技術的ハードル激減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794760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794760"/>
            <a:ext cx="9144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04488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中小ブランドにも到達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数千万円予算のブランドでも MMM運用が現実的に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 MMM を提案するシナリオ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94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 500万円以上 + 複数媒体運用 = MMMで予算配分の精度が劇的向上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大型キャンペーン (TV CM併用等) = MMMで TV と デジタルの相互効果を測定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単独媒体だけ = MMM不要、Conversion Lift Test で十分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Robyn vs Google 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オープンソース MMM 2大プラットフォーム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Meta Robyn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R言語 / Ridge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・2023〜オープンソース化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・R に慣れた統計家・データサイエンティスト向け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・Ridge回帰で多重共線性に強い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・Meta Pixelデータと相性良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Google Meridian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Python / Bayesian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・2024年 オープンソース化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・Python (マーケター・開発者に親和性)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・Bayesian で不確実性を扱える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・Geo-level data + YouTube reach/freq対応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11109960" cy="14630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どちらを選ぶか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Google Ads / GA4 / YouTube中心 = Meridian (統合がスムーズ)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Meta中心 / 既にRエンジニア在籍 = Robyn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 : Pythonの方が使える人が多いので Meridian がおすすめ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商用版 = Nielsen / Analytic Partners / MarketShare 等が高機能版を提供 (大型予算向け)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Incrementality Testing 標準化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『広告がなければ起きなかったCV』を測る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ユーザーをランダムに Test (広告配信) と Control (非配信) 群に分け、CV発生率の差を計測。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オーガニック / 既存顧客 / 自然流入を排除した『純増分』を見極める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媒体内 Lift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Meta / Google / TikTok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媒体公式機能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無料で利用可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GeoでなくUserベース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46888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46888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63347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Geo Lift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0175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地域別広告非配信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747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ある地域で配信停止し売上比較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TV CM の効果測定にも使う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商用ツール (Geolift / Noogata) 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46888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46888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63347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Switchback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0175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時間帯別配信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47472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時間帯で配信ON/OFFを切替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比較。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短期の検証に向く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834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20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副業代行のアプローチ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40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月予算100万円以上のクライアントは媒体内 Lift Test を月次で実施 (無料)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Incremental ROAS をクライアントレポートに必須記載 → 信頼性飛躍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Geo Test は数百万予算以上 + TVCM併用ブランドで提案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Conversion / Brand / Search Lift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媒体公式の3大Lift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Conversion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Incremental CV測定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配信群と非配信群でCV率比較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下流CV (購入/リード)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Brand 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認知・想起・購入意向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アンケートで認知系指標を測定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 / Google YouTube / TikTok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Search 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ブランド検索の上昇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広告接触群と非接触群で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ブランド検索数比較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YouTube独自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目的別の使い分け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98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CV系/EC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4988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(Meta/Google) で Incremental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646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828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ブランディング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882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Brand Lift Study で認知系4指標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486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6694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YouTube認知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26694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Brand Lift + Search Lift で『認知 → 検索』導線確認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327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509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予算最適化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6509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上記+ MMM で全体配分検証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Cookieless 計測の現代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Privacy Sandbox 終了後の現実解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🔥 重要な事実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Privacy Sandbox 大半の技術は 2025/10/17 に廃止。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3rd Party Cookie は Chrome に無期限残存 — しかし業界は『Cookieless前提』に既に移行済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1st Party Cookie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ITP/ATTでも残る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自社ドメインのCookie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3464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Hashed PII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7472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Email/電話のSHA-256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/ EMQ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3464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Probabilistic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デバイス指紋・行動から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推定 (UID2.0 / RampID)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83464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Modeling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7472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MLで配信効果推定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Consent Mode / DDA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09160"/>
            <a:ext cx="11109960" cy="1645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副業代行で実装する優先順位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6636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1. 1st Party Cookie前提のセットアップ (GA4 + GTM/SGTM)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2. Hashed PII (Customer Match / Enhanced Conversions / EMQ) を全媒体で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3. Modeling (Consent Mode v2 + DDA + 媒体ML) で計測ロスをカバー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4. Probabilistic ID は B2B / 大型予算で検討、Privacy Sandbox 終了後は限定的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Identity Solutions の現在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UID2.0 / RampID 等のCookieless 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UID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The Trade Desk主導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Email/電話 (ハッシュ化) ベース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オープンソース / 業界標準目指す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OpenPath / The Current で標準化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RampID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LiveRamp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AbiliTec ベースの統合ID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プライバシー安全な統合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DSP / DMP との連携豊富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Cookieless ID 専業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Privacy-first ID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Deterministic + Probabilistic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EU市場でシェア高い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20574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副業代行で押さえる現実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中小予算では Identity Solutions 直接利用は不要 (Customer Match / Lookalikeで十分)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 1,000万以上の大型 Programmatic 案件で UID2.0 / RampID 導入検討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日本市場ではまだ普及中、Yahoo!JAPAN の Yahoo!ID (≒ LINEヤフー ID) が事実上の主流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2026年は Privacy Sandbox 終了後の再編期、注視は必要だが緊急性低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Looker Studio (旧Data Studio) の進化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BIツールから AI Analytics プラットフォームへ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P159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Looker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無料BIツール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Ads / GA4 / BigQuery /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Spreadsheet 等を可視化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副業代行レポート定番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Looker Studio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エンタープライズ版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Looker (元エンタープライズBI) と統合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組織管理 / カスタマイズ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Cloud 連携強化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Conversational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Gemini連携で自然言語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『今月の流入元別CV数は?』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等の質問に自動回答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ダッシュボード自動生成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AI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異常検知 + 解釈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ダッシュボード上で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MLが異常データを検知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自然言語でなぜを解説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副業代行のレポート構成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月次レポートは Looker Studio (無料) で自動更新ダッシュボード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テンプレート化 : KGI / KPI / 媒体別パフォーマンス / クリエイティブ別 の4セクション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Conversational Analytics でクライアントが自分で深掘り → 副業代行の負荷削減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Looker Studio + AI Insights = 異常検知をスケジュール送信、メールで通知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BigQuery 連携 — GA4 → BigQuery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中規模以上の必須スキル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P160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GA4 のEvent データを BigQuery に自動エクスポート (無料機能)。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GA4 UI上の制限 (14ヶ月保持・Sampling・カスタム集計) を完全に回避できる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無制限データ保持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14ヶ月制限を超えた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長期分析 (年比較等)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カスタム集計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1089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UIで不可能な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SQLによる自由集計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Cross-channel統合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089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+ GAds + Meta /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オフラインCV 統合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24688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6974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MLモデル連携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1089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BigQuery ML / Vertex AI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で予測モデル構築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26280"/>
            <a:ext cx="11109960" cy="18288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BigQuery のコスト感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83480"/>
            <a:ext cx="10972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ストレージ : 月10GB無料、それ以上は約 US$0.02/GB/月 (中小規模なら月数百円)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クエリ実行 : 月1TB無料、それ以上は約 US$5/TB (適切に設計すれば負担小)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 : 月予算300万円以上のクライアントで GA4 → BigQuery を有効化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Looker Studio から直接BigQuery参照可能 → SQL書ければ自由設計可能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Clean Rooms — プライバシー安全なデータ協業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AMC / Ads Data Hub / Habu / LiveRamp等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P161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Clean Room : 複数組織のデータを統合分析できる プライバシー安全な環境。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個人特定不可な集約データのみを出力 → GDPR/CCPA等の規制下でも合法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Amazon Marketing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Amazon広告主向け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12.5ヶ月のevent-level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 No-code化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46888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697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 Ads Data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2461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Google広告主向け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BigQuery基盤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エンタープライズ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6888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Habu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中立Clean Room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複数Walled Garden統合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メタCDP的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246888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246888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6974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LiveRamp Safe Haven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2461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RampID統合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Fortune 500主導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リテールメディア対応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0916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中小予算 (月1,000万円未満) では Clean Room 直接利用は対象外。Amazon AMC のNo-code化が最初の入口に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Privacy-Preserving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差分プライバシー・連邦学習・MPC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P162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Differential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差分プライバシー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個人特定不可なノイズを加算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統計値は保持しつつ匿名化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/ Apple が標準採用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Federated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4767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連邦学習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デバイス側でMLモデル訓練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データをサーバーに送らない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Gboard / Siri 等で実用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Multi-Party 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4767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MPC (秘密計算)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複数組織で暗号化データ計算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Clean Roomの基盤技術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FinTech / Adtech で活用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20574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知識として持っておく程度でOK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副業代行レベルでは直接実装することは少ない (大手の専門領域)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媒体プラットフォームの中で透過的に動作 (Meta AEM・Google Privacy Sandbox 等)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クライアントへの説明 : 『プライバシー安全な集約データで広告効果を測定可能』と知っておけば十分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規制対応・大型クライアント向け説明資料に簡潔記載があると差別化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in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Conversational Analytics と Auto-Insights の時代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P163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GA4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自動異常検知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MLが日次データ異常を検知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『なぜ』を自然言語で解説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GA4ホーム画面で表示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Looker Studio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ダッシュボード上のAI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Geminiでクエリ自動生成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グラフ作成も自動化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2025-2026 段階展開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Conversational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自然言語データ分析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『先月の売上は?』等を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自然言語で質問→回答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SQLわからなくてもOK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Adobe Analytics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Marketo Engage統合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顧客ジャーニー予測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マルチチャネル統合分析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エンタープライズ向け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副業代行のワークフロー革新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月次レポート作成 = Conversational Analytics で要約 → Looker Studio で可視化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異常検知 = GA4 Insights を月次レポートに添付 → 数字の意味づけまで自動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クライアントの『なぜ?』対応 = ダッシュボード上で自然言語質問可能に → 工数削減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副業代行の差別化 : AI Analytics を駆使する人は1人でクライアント月10社以上対応可能に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副業代行 計測ベスプラ 30日プラン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新規案件で計測基盤を整える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P164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0-3 : 現状診断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/ GTM / Pixel / CAPI 状況確認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Consent Mode v2 / CMP 状況確認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→ BigQuery エクスポート確認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重要CVイベントの定義リスト化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88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4-10 : 計測基盤整備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+ Enhanced Measurement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GTM経由で Pixel/CAPI 統合実装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リスト連携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CMP導入 (Cookiebot等)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69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11-21 : 検証・最適化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EMQ 8/10 以上を確認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DDA設定 + Last Click比較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Looker Studio でレポート構築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Insights / Conversational Analytics 設定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21208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349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22-30 : 報告 + 提案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 (KGI/KPI/媒体別)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Test 提案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MMM導入の判断 (月予算で)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次月の検証計画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 pitfalls + Part 5 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副業代行で計測ミスを防ぐ + 次章予告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P165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Pixel 単独で運用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iOS計測ロス -30〜50% → CAPI併用が現代の必須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Last Click でレポート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AI配信の貢献を過小評価 → DDA + Incremental ROAS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56032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974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697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Consent Mode 未実装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08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EEA配信時に違法 + モデリング不可 → CMP導入即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560320"/>
            <a:ext cx="5440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560320"/>
            <a:ext cx="91440" cy="10972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697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BigQuery未連携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14ヶ月制限で長期分析不可 → GA4→BigQuery必ず有効化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23360"/>
            <a:ext cx="11109960" cy="2331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1605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NEXT →  Part 5  AI活用事例集 (40p, P166-P205)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17720"/>
            <a:ext cx="109728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5 で扱うトピック (40p) :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AIレイヤーマップ (生成 / 運用 / 予測 / 分析 / Agent)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クリエイティブ生成 (コピー / 画像 / 動画 / 広告特化ツール)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運用自動化 (媒体ML / 外部運用ツール)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予測・分析・Agent型広告運用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副業運用者向けプロンプトテンプレ集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4 (計測 25p) で計測の土台ができた → Part 5 で AIで運用を加速する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