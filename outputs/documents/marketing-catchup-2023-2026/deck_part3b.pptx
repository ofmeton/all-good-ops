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3 / 媒体別キャッチアップ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3-B   |   Facebook / Instagram / Threads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AI配信の最先端。Advantage+ 全盛 + Andromeda 配信エンジン世代交代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Advantage+ Sales (旧ASC) リブランド (2025/02)、Andromeda 配信MLの世代交代 (2024末)、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Threads広告グローバル展開 (2025/04)、CAPI/AEM標準化、Conversion Lift民主化。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EC / D2C / リード獲得で最重要の媒体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 章内の主要トピック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Meta 地殻変動 TL;DR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418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Advantage+ ランドスケープ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34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Advantage+ Sales (旧ASC)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270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Advantage+ App / 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5196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Advantage+ Creative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8122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Andromeda (2024末)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1048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GEM と配信ML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73974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Lattice 統合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6901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CAPI / CAPI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79827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AEM / SKAN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82753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Audience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492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Reels / Stories / 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6418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Threads Ads (2025/04)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934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Click-to-Message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62270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Conversion 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65196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Brand Lift Studies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8122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Meta Verified for Biz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71048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Brand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73974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Pixel + CAPI ハイブリッド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76901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鉄板運用メソッド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79827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よくある失敗・回避策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: 地殻変動 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2023年9月 → 2026年4月 / 5つの大きな変化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904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Advantage+ が全プロダクトで Default 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28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ASC → Advantage+ Sales に名称変更 (2025/02)。Sales/App/Leads/Catalog で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がデフォルトON。複数広告セット併存が可能に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13432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4780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配信MLが Andromeda 世代へ (2024末)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MTIA + NVIDIA Grace Hopper による新ハードウェア。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Ads retrieval モデルの複雑度 10,000倍化、Quality +8%, CV +6%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00984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6557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クリエイティブ生成が標準装備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Creative : 画像バリエーション/音楽追加/トリミング/テキスト変換。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Imagine / Emu モデルが背後で動く。広告セット上で AI が選別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88536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88536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71416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531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計測は CAPI + AEM が前提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7914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iOS/ATTシグナル減への対応として CAPI Gateway 導入が普及。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Test が民主化、Incrementality 設計が標準スキルに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76088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76088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58968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40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Threads が新しい配信面に追加 (2025/04)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79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2025/04 全エリギブル広告主にグローバル開放。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段階的ロールアウト、当面は補助配信面の位置づけ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キャンペーン目標と Advantage+ ランドスケープ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2026年現在: 6目標 × Advantage+ オプション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Sales / App / Leads / Awareness / Traffic / Engagement の 6 目標は ODAX (Outcome-Driven Ad Experiences) として 2022 から定着。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Sales / App / Leads には『Advantage+』オプション、CV系3目標がメインの戦場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91440" cy="1920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売上獲得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 / D2C / 高単価商材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204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AI/Auto: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576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Advantage+ Sales (旧ASC)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3317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331720"/>
            <a:ext cx="91440" cy="1920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468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8346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アプリインストール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1089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モバイルアプリ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5204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657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AI/Auto: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6576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Advantage+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3317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331720"/>
            <a:ext cx="91440" cy="1920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468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Leads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8346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リード獲得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1089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B2B / 不動産 / 教育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5204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6576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AI/Auto: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6576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Advantage+ Leads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389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389120"/>
            <a:ext cx="91440" cy="192024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Awareness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920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認知拡大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166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新ブランド / 新商品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5778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AI/Auto: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7150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Reach / Brand Awareness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4389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4389120"/>
            <a:ext cx="91440" cy="192024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Traffic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8920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トラフィック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5166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情報サイト / メディア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6280" y="55778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5715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AI/Auto: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57150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クリック数最適化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438912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46720" y="4389120"/>
            <a:ext cx="91440" cy="192024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45262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Engagement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8920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エンゲージメント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5166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動画再生 / メッセージ / イベント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20" y="55778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5715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AI/Auto: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57150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目的別細分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Advantage+ Sales (旧 ASC) — 2025/02 リブランド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EC / D2C で Meta 配信の鉄板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08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Advantage+ Shopping Campaigns (ASC) → Advantage+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2025/02/10 ベータ開始 → Q2/2025 全面ロールアウト。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EC専用→『販売目的すべて対応』へ拡張。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Sales/App/Leads では Advantage+ がデフォルトON、複数広告セット併存可能に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ASC との差分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1109960" cy="4114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2918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ASC (旧)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29184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Advantage+ Sales (新)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11109960" cy="4114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2160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配信目的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7216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EC/D2C 限定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7216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Sales目的 全般 (リード/アプリ含む)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11109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7880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広告セット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1788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 ad set のみ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1788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複数 ad set 併存可 (Advantage+ Budget ON 必須)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26280"/>
            <a:ext cx="11109960" cy="4114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3600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オーディエンス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6360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新規寄り 70/30 強制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6360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Audience Suggestions + Custom Audience 除外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83480"/>
            <a:ext cx="11109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9320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自動化レベル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0932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 (制御少ない)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0932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 + 制御レバー追加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40680"/>
            <a:ext cx="11109960" cy="4114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5040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Default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5504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手動で選択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55504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Sales/App/Leads目的では Default 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9788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EC案件の鉄板 : 1キャンペーン + Advantage+ Sales + Audience Suggestions + 既存顧客除外 → New Customer Acquisition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Advantage+ App / Leads /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Sales 以外の Advantage+ プロダクト群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554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Advantage+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App Install / Re-engagement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iOSは SKAN 連携、AndroidはGoogle Play Install Referrer 連携。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Audience は Advantage+ Targeting でAI推定。Lookalike不要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137160" cy="1554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Advantage+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リード獲得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Lead Ads + 即時フォーム + CAPI for Leads。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Test との組合せで Incrementality も測れる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137160" cy="1554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Advantage+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EC商品データ連携配信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7492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Commerce Manager + Product Catalog → Advantage+ Sales 内で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DPA (Dynamic Product Ads) として配信。Pixel/CAPI で購買行動連動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00800"/>
            <a:ext cx="11109960" cy="0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Advantage+ Creative の機能群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 が広告セット内でクリエイティブを自動最適化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Image Variations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1枚の画像から複数バリエーションを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自動生成 (色・コントラスト調整)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Music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Reels向けに音楽トラックを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自動付与 (ライブラリ内から AI選択)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Cropping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プレースメント別に自動トリミング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(縦9:16 / 横16:9 / 1:1)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71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Text Variations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1188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Primary Text を AI が複数生成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(Llama / Imagine 系モデル)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971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Image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1188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画像の余白を AI拡張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配置面のアスペクト比に合わせて拡張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971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Image Touch-ups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61188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明るさ・色彩・ノイズ補正を自動適用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クリエイティブ品質均一化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11109960" cy="17830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709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Advantage+ Creative の使いこなし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29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各機能は ad set レベルで個別ON/OFF可。ブランド毀損リスクのある機能 (色変更/テキスト変換) は慎重に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Image Touch-ups と Cropping は基本ON、ブランド統制が必要な業界 (高級・医療) は OFF推奨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Music は Reels で効果大、Stories/Feed は控えめが無難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Text Variations は法令遵守業界 (薬機法対応など) では必ず審査フロー組み込み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Andromeda ─ 配信ML世代交代 (2024末)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Meta Ads Ranking の根幹が刷新された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Meta Engineering Blog (2024/12/02)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19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MTIA (Meta Training &amp; Inference Accelerator) + NVIDIA Grace Hopper による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新ハードウェア + 共同設計ソフトウェア。Ads Retrieval (候補絞り込み) 段階を刷新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Andromeda が達成した数値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91440" cy="1691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10,000x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Ads Retrieval モデルの複雑度向上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2004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200400"/>
            <a:ext cx="91440" cy="1691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42900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+8%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5196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Ads Quality 改善 (Meta公式測定)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20040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200400"/>
            <a:ext cx="91440" cy="1691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42900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25196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× GenAI クリエイティブ効果増幅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74920"/>
            <a:ext cx="11109960" cy="12801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運用者にとっての含意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運用者ができる工夫の余地は減少 — 配信ML自体が桁違いに賢くなった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クリエイティブの多様性が一段と効く — AIがより細かくマッチングするため『多様な素材』が前提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Audience Signal / Custom Audience の質が以前にも増して効く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Andromeda は段階展開 — 全アカウントで完全適用は 2025-2026 にかけて段階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 (Generative Engagement Model) と Andromeda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クリエイティブ理解＋ユーザー意図予測の生成モデル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P63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Andromeda × GEM の2層構造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109960" cy="14630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LAYER 1 — Andromeda (Retrieval)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数千万件の広告候補プールから、ユーザーに見せる数千件の候補を絞り込む。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MTIA + Grace Hopper で 10,000x モデル複雑化。前段の効率化が後段の精度を上げる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3383280"/>
            <a:ext cx="457200" cy="365760"/>
          </a:xfrm>
          <a:prstGeom prst="down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11109960" cy="146304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LAYER 2 — GEM (Generative Engagement Model)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クリエイティブの内容理解 + ユーザーの意図予測を統合。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『この画像 + このテキスト + このユーザー → 何%エンゲージするか』の予測精度が向上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副業代行で押さえるポイント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クリエイティブの本数 + 多様性が AI 学習を加速 — 同じ訴求を画像・動画で量産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Audience Signal の質 + Custom Audience が予測精度向上に直結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Lattice — ML スタック統合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ランキングモデルの統合で Quality +12%, CV +6%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Lattice : Meta内の複数のランキングモデルを統合した ML スタック。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従来は配信目的別に別モデルだったものを、共通基盤上で訓練・推論する設計に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Lattice 導入前 vs 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Before (〜2023)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配信目的ごとに個別MLモデル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学習データのサイロ化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クロスチャネル学習が困難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新機能追加に時間がかかる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After (Lattice 2024〜)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統合MLスタックで全目的をカバー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データ・特徴量の共有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配信全体の最適化が可能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新機能 (Advantage+/Andromeda) 即連携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109960" cy="100584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 公式の Lattice 効果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 Quality : +12%   |   Conversions : +6%   (Meta 公式測定 / 平均値)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CAPI と CAPI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Conversion API は Meta 計測の業界標準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CAPI = Conversion API : ブラウザ依存の Meta Pixel をサーバーサイドで補強する仕組み。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iOS/ATTシグナル減対策 + 計測精度復元の業界標準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3 つの実装パス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361188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992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Direct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サーバーから直接APIを呼ぶ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実装難度: 高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柔軟性: 最大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LP・CMS開発者必須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880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880360"/>
            <a:ext cx="3611880" cy="548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9992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661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AWS / Cloudflare 経由でホスティング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5196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実装難度: 中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DevOps知識要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メンテナンス少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803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880360"/>
            <a:ext cx="3611880" cy="54864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9992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Partner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5661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Shopify / WooCommerce / WordPress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等のプラグイン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25196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実装難度: 低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機能制限あり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中小ECで人気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109960" cy="10058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40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副業代行のおすすめ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中小EC : Partner Integration (Shopify/WooCommerce プラグイン) で十分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中規模以上 / カスタムLP : CAPI Gateway がコスパ最強。Cloudflare Workers で月100円〜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AEM (Aggregated Event Measurement) と SKAN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iOS環境での計測フレームワーク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8686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AEM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842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Aggregated Event Measurement (Meta独自)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iOS 14.5以降のATTオプトアウトユーザーに対して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差分プライバシー計測でCV情報を集約。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8つの優先イベントを設定し、上位優先度のCVのみが計測される。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EC: Purchase / Add To Cart / View Content の優先順位設計が肝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8686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SKAN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842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SKAdNetwork (Apple公式)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Apple が提供するiOSアプリ計測API。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ポストバック (3つのウィンドウ : 0-2/3-7/8-35日) で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アプリ内CVがプライバシー保護下で集約。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App Campaign で必須。SKAN 4.0 (2023~) でクラッシュ・離脱予測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副業代行で覚えること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Web案件: AEM の優先イベント (8つ) を業種別に最適化。Purchase 最優先が基本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アプリ案件: SKAN 4.0 のクラッシュ予測を活用、Conversion Value Schema を業種別に設計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 Manager : 3つの基本オーディエンス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Custom / Lookalike / Saved の使い分け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Custom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1PD / 行動データから生成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2316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877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060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List (CRM)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632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461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Website Visitors (Pixel)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033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679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App Activity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34340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262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Engagement (Reels/Page/Video)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8348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480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663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Lead Form 提出済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1417320"/>
            <a:ext cx="36118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Lookalike Audience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シード集合に類似したユーザー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242316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5877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6060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1%-10% で類似度を制御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30632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2278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2461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Value-based LAL (LTV重み付け)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37033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8679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3886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Multi-country LAL (国跨ぎ)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434340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45079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5262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base が最強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26280" y="498348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51480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51663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ソースサイズ 1,000人〜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1417320"/>
            <a:ext cx="36118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15819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Saved Audience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属性 + 興味関心ベース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20" y="242316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25877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260604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年齢・性別・地域・言語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06324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32278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32461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興味関心カテゴリ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37033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8679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3886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行動履歴 (購買/旅行)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20" y="434340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75320" y="45079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9640" y="45262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教育・職業 (※減少傾向)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498348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5320" y="51480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49640" y="516636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Audience が代替に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Reels / Stories / Feed — 配置面の現在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縦型優位、Reels が最大の伸び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476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縦型 9:16 動画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377440"/>
            <a:ext cx="178308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50591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急成長中、最重要面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2331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Reels Ads / Music / Branded Content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Creative の縦型最適化前提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9476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縦型 9:16 短尺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2377440"/>
            <a:ext cx="178308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450591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Reels への流出傾向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26080"/>
            <a:ext cx="2331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Stories Ads / Interactive Stickers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ブランド認知 + 即時CTAに有効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417320"/>
            <a:ext cx="26974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9476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正方形 1:1 / 4:5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377440"/>
            <a:ext cx="178308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50591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依然主力、CV系で強い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926080"/>
            <a:ext cx="2331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Single Image / Carousel / Video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Sales / Lead Gen の主戦場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1417320"/>
            <a:ext cx="26974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Search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194767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検索結果面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2377440"/>
            <a:ext cx="178308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2450591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新興 (2024-)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926080"/>
            <a:ext cx="2331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Instagram検索結果に広告枠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意図顕在ユーザーへの接触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Advantage+ Placements を使えば AI が自動で配信面を最適化。手動指定は特殊用途のみ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Threads Ads — 2025/04 グローバル展開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新しい配信面、当面は補助配信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P69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Threads Ads ローンチタイムライン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109960" cy="548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6459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3911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2023/07/06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6595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Threads ローンチ (米国)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94559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Instagram連携でユーザー獲得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4599"/>
            <a:ext cx="11109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14599"/>
            <a:ext cx="16459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7919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2025/01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60603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Ads テスト開始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834639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米国・日本の選定ブランドのみ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54679"/>
            <a:ext cx="11109960" cy="5486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54679"/>
            <a:ext cx="1645920" cy="548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1927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2025/04/23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4611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グローバル展開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474719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全世界の eligible 広告主に開放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94759"/>
            <a:ext cx="11109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94759"/>
            <a:ext cx="1645920" cy="5486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5935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88619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段階的拡大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114799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対応国・配信オプション拡張中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17720"/>
            <a:ext cx="11109960" cy="17373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副業代行で押さえるポイント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749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Meta CFO 公式 : 『2025年中の収益貢献は限定的』 — 主力は Reels / Feed のまま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Threads は『オーディエンス層が異なる』 — テキスト中心、知的好奇心強めの層が多い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Sales キャンペーンに自動的に追加配信される (Advantage+ Placements ON時)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単独最適化したい場合: 手動 Placement で Threads のみ選択 + 専用クリエイティブ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当面は『追加配信面 + データ蓄積期間』として位置づけ、本格運用は2026後半以降の判断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Click-to-Message / Click-to-WhatsApp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チャット起点の獲得、日本ではLINE文化と差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Click-to-Messenger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Facebook Messenger 起動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B2C 問い合わせ・予約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ボット連携で 24/7 対応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91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Click-to-WhatsApp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860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WhatsApp チャット起動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海外 EC / B2B 主流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日本では限定的、越境ECで活用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91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Click-to-Instagram 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860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Instagram DM 起動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651760"/>
            <a:ext cx="3246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DXロでの問い合わせ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若年層 D2C で増加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業種別ユースケース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BtoC 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49884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Click-to-IG DM が新規。LINE併用で日本適応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92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不動産 / 金融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91032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Click-to-Messenger でリード獲得 + AIチャットボット連携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飲食 / 美容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32180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DM予約フロー。クーポン配布 → 予約完了で計測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B2B SaaS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73328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Click-to-WhatsApp は海外、日本はLINE併用が現実解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Conversion Lift Test ─ Incrementality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『広告がなければ起きなかった CV』を測る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ユーザーをランダムに Test (広告配信) と Control (配信なし) に分け、CV発生率の差を計測。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ラストクリック計測の限界 (Display経由のCVが過小評価) を補正する手法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実施手順 (3ステップ)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Test/Control 分割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が自動で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ランダム化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通常は90/10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8803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8803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999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204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配信期間設定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9776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最低2週間、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推奨4-6週間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CV数100件以上目標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803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880360"/>
            <a:ext cx="36118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99923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5204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Lift分析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9776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Test群とControl群の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CV発生率を比較</a:t>
            </a:r>
          </a:p>
          <a:p>
            <a:pPr algn="ctr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統計的有意性を確認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20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副業代行での価値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中規模以上クライアント (月100万円以上の予算) では Lift Test の月次実施が標準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クライアントへの提案資料に『Incremental ROAS = X%』を載せると差別化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Meta内の Conversion Lift は無料、Robyn等での MMM と組合せて運用全体の最適化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Brand Lift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認知・好意・購入意向の変化を計測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Test/Control 群にアンケート (Meta内ポーリング) を配信、ブランド指標の差を計測。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ブランド認知系キャンペーンの真の効果測定 — CTR/CV だけでは見えない領域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計測される 4 つのブランド指標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広告想起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『最近この広告を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見ましたか？』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8803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288036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154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Brand 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ブランド認知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06908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『〇〇というブランドを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知っていますか？』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8803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88036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154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Message Association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メッセージ連想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06908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『〇〇は××の特徴を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持っていますか？』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288036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288036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3154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Purchase Intent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購入意向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06908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『次回購入時、〇〇を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選びますか？』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49240"/>
            <a:ext cx="11109960" cy="10058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440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副業代行での実用性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月額 100万円以上の Awareness / Reach キャンペーンで活用が現実的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中小予算の場合: GA4 の指名検索数や直接流入の動きを代替指標に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Verified for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事業者向けの本人確認 + 認証マーク (2024~)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Facebook Page / Instagram Business Account に対する公式認証バッジ。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本人確認書類提出 + 月額サブスク (USD 14.99/月、ビジネスは USD 21.99/月程度) ※要確認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Verified の主なメリット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公式バッジ表示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✓マーク表示で信頼性アップ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なりすまし対策、ブランド保護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8036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88036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4495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優先サポート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サポート問い合わせの優先窓口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アカウント停止対応も早い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2628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リーチ強化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公式アカウント露出増加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オーガニック投稿の到達増 ※要確認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8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26280"/>
            <a:ext cx="91440" cy="1508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908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AI機能優先アクセス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7492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新機能の早期試用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8640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Verified 限定の Beta機能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副業代行 : クライアントへの『信頼度上げる』提案として基本パッケージに組み込み可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Brand Safety / Inventory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配信面の安全性をコントロールする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Expanded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最大配信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成熟度問わず全コンテンツ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(暴力・成人向けは除く)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033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適合する用途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リーチ最大化、CPM最安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41732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5361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Moderate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標準 (デフォルト)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42316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敏感な内容を一部除外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業界標準のフィルタ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37033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8862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適合する用途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605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バランス型、汎用的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41732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5361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Limited 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厳しい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2316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敏感な内容を厳格に除外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金融・医療・教育向け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37033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8862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適合する用途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1605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高単価ブランド、規制厳しい業界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834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20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副業代行での選び方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EC / D2C : Moderate (デフォルト) で問題なし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金融 / 医療 / 教育 / 子ども関連 : Limited を選択 (CPM上昇するが安全)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ニュース系 / 大型ブランド : Limited が無難 (炎上リスク回避)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Block List / Allow List : URL単位の細かい制御も可、必要時のみ追加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Pixel + CAPI のハイブリッド構成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Web計測の現代的ベストプラクティス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P75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標準アーキテクチャ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BROWSER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Meta Pixel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JavaScript で発火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ブラウザイベントを送信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(PageView, AddToCart, Purchase等)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974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SERVER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Conversion API (CAPI)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サーバーから直接送信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ブラウザブロックの影響を受けない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計測精度が大幅向上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📌 重複排除 (Deduplication)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365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Pixel + CAPI 両方で同じイベントを送るため、event_id を一致させる必要あり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GTM テンプレートや CAPI Gateway は標準で event_id を生成 → Meta側で自動重複排除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06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副業代行の進め方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Pixel が正しく動作しているか Tag Assistant で確認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CAPI を Partner Integration / Gateway で追加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Event Match Quality (EMQ) スコアを Events Manager で確認 (8/10以上目標)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: 鉄板運用メソッド 2026年版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新規Meta案件で最初の30日にやること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0-2 : 計測基盤の整備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Pixel 動作確認 (Tag Assistant)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CAPI 実装 (Partner / Gateway / Direct)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Event Match Quality 8/10 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AEM の優先イベント設定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88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3-7 : キャンペーン構造の設計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Sales目的 + Advantage+ Sales (旧ASC)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 Audience アップロード (CRM)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Lookalike 1-3% を新規獲得用に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Creative 5-10種を Asset Group 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8-21 : 学習期間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 ±20% 以内で安定運用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Creative ON (Touch-ups, Cropping)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アセット追加は週1回程度に抑える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Andromeda 適用は段階的、効果確認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22-30 : 最適化+レポート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Test の設計検討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 Best/Low の入替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EMQ / Pixel/CAPI 重複率の監査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+ 次月提案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: よくある失敗と回避策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副業代行で『Meta あるある』を防ぐ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P77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広告セットを細かく分けすぎる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Andromeda 学習が分散 → CPA高騰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Sales目的なら 2-3 ad set + Advantage+ で十分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Pixel のみで CAPI 未実装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iOS計測ロス + Andromeda の精度低下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初回ヒアリングで CAPI 状況確認、未実装なら Gateway 提案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Custom Audience サイズ不足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Lookalike が機能しない、配信開始もできない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最低 1,000人 (推奨 10,000人) のソースを準備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Advantage+ Creative を全機能ON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ブランド毀損リスク (色変更/テキスト変換)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Touch-ups + Cropping は基本ON、それ以外は業種で判断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Lift Test 抜きでROAS報告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ラストクリック過大評価 → クライアント期待ズレ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中規模以上は Conversion Lift で Incremental ROAS を提示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AEM の優先順位設定が雑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重要なCVが計測されない (8つ枠の使い方)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Purchase 最優先、業種別に上位 4-5 を設計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