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4937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PART 3 / 媒体別キャッチアップ — 最終章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3-E   |   専門特化媒体3つ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X / LinkedIn / Amazon 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Part 3 (媒体別110p) の最終章。専門特化媒体を効率的にカバー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914400"/>
            <a:ext cx="1828800" cy="64008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10789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657600"/>
            <a:ext cx="914400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X (旧Twitter) は Grok AI連携と縦型動画で再起動。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LinkedIn は ABM (Account-Based Marketing) で B2B 必修媒体に。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Amazon Ads は AMC (Marketing Cloud) でプライバシー安全なリテールメディア標準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937760"/>
            <a:ext cx="3337560" cy="1463040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4937760"/>
            <a:ext cx="91440" cy="1463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5029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39496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6p (P125-P130)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7150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Grok / Vertical Video /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Takeover / 規制対応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937760"/>
            <a:ext cx="3337560" cy="1463040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4937760"/>
            <a:ext cx="91440" cy="1463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5029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LinkedIn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539496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5p (P131-P135)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57150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ABM / Sponsored Content /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Thought Leader / Insight Tag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937760"/>
            <a:ext cx="3337560" cy="1463040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4937760"/>
            <a:ext cx="91440" cy="1463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5029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Amazon 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39496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5p (P136-P140)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7150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Sponsored Products/Brands/Display /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DSP / AMC Clean Room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X (旧Twitter) 広告 ランドスケープ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Grok AI ＋ 縦型動画で再起動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P126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縦型動画の比率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96596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of daily user time = 最も成長中フォーマット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548640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0779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Grok AI 統合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アルゴリズムが Grok 推論ベースに移行 (2025-2026)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『Prefill with Grok』 = URLから自動広告作成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Campaign Analyzer = 配信効果を AI が改善提案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432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743200"/>
            <a:ext cx="548640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90779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Vertical Video + 新フォーマット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1188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4:5 + 2:3 ratio が in-stream で利用可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他SNSのクリエイティブ流用が容易に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縦型動画が CPM最安 + エンゲージ最高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12080"/>
            <a:ext cx="11109960" cy="11430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副業代行で押さえるポイント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692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X はB2C/B2B両方OK、ニュース性のあるブランドで強い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ステマ規制 + DSA罰則 (X は EUR 4,500万 罰金事例) → 表記徹底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日本ではTwitterから X リブランド後もアクティブ層あり、低単価で実験しやすい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X Ads キャンペーンタイプ + 配信面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Promoted / Vertical Video / Takeover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P127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6400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Promoted 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通常タイムライン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テキスト/画像/動画/カルーセル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標準的な配信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361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Vertical 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20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縦型 9:16 動画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317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For You / Trending内に表示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2025-2026最重要フォーマット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6400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361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 Takeover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20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Timeline+Explore 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3317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プレミアム枠でリーチ最大化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大型ブランディング向け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6400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361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Trend Takeover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20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トレンド欄プロモ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3317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Explore タブのトレンド一覧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ハッシュタグ訴求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ターゲティング (X固有)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97680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805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49884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Followers Look-alike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4988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他アカウントのフォロワーに類似した層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8646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8828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Conversation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88289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特定キーワードの会話に参加するユーザー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24865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26694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Keyword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26694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ツイート内キーワードベース (リアルタイム性)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63270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509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Event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6509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スポーツ / エンタメ / ニュースイベント連動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Grok AI連携 (2025-2026)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X が AI ファースト広告プラットフォームへ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P128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Prefill with Grok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URL → 自動広告生成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ランディングページURLを入力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Grok が広告文・画像を自動生成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人間が修正・配信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 Campaign 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配信効果を AI 改善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現状のキャンペーンを Grok が分析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弱点とアクションを提案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/ Smart+ 相当の機能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Algorithm = Grok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配信ランキングが AI ベース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X のフィード表示アルゴリズム自体が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Grok 推論ベースに移行 (段階的)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→ クリエイティブの『内容』理解が向上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109960" cy="2057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 : X Ads再開時の注意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5488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Twitter時代 (2023年9月以前) と管理画面 / プロダクト名 が大幅変更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Grok生成広告は『ステマ規制』の対象外だが、AI生成が露見した場合の信頼性懸念あり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縦型動画 + Promoted Ads の組合せが現代の鉄板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ニュース性業種 (新商品告知 / スポーツ / エンタメ) では他媒体より低単価でリーチ可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政治・センシティブ広告は依然として厳しい審査 → 該当業種は事前確認必須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X 計測 + 規制対応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Pixel + EU DSA罰則例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P129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X Pixel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Webコンバージョン計測の基盤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0604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Conversion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71800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サーバーサイド計測 (CAPI相当)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4612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Web Conversion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AI入札のCV最適化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776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App Conversion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51960"/>
            <a:ext cx="5029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iOS / Android アプリCV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規制対応 (重要)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783080"/>
            <a:ext cx="52578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1965960"/>
            <a:ext cx="5257800" cy="914400"/>
          </a:xfrm>
          <a:prstGeom prst="roundRect">
            <a:avLst>
              <a:gd name="adj" fmla="val 6000"/>
            </a:avLst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0574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🔥 EU DSA 罰金事例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33172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X (Twitter) に EUR 4,500万 罰金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(2024年・広告レポジトリ違反)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017520"/>
            <a:ext cx="5257800" cy="5486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108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ステマ規制 (景表法)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33756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PR表記必須 (Promoted は自動付与)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657600"/>
            <a:ext cx="5257800" cy="5486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74903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ブランドセーフティ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977639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Inventory Filter で配信面を厳格化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349240"/>
            <a:ext cx="11109960" cy="100584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5321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💡 副業代行 : X案件は『リスク説明 + 実装精度』で差別化。</a:t>
            </a:r>
          </a:p>
          <a:p>
            <a:pPr algn="l">
              <a:lnSpc>
                <a:spcPct val="15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  EU向け / センシティブ業種は事前審査必須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X : 鉄板運用 + よくある失敗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30日プラン + pitfalls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P130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30日鉄板プラン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1188720" cy="5486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305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0-3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1305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Pixel + Conversion API + 計測確認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0604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1188720" cy="5486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706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4-7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7063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Promoted + 縦型動画 でテスト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4612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1188720" cy="5486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107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8-21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41071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Grok Prefill 活用 + クリエイティブ多様化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8620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86200"/>
            <a:ext cx="1188720" cy="5486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5079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22-30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5079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Best/Low 入替 + 月次レポート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よくある失敗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783080"/>
            <a:ext cx="52578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1965960"/>
            <a:ext cx="52578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965960"/>
            <a:ext cx="91440" cy="54864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039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Twitter時代の感覚で運用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25856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管理画面・プロダクト名が大幅変更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606040"/>
            <a:ext cx="52578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606040"/>
            <a:ext cx="91440" cy="54864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67919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PR表記漏れ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89864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ステマ規制違反 + EU DSA罰則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246120"/>
            <a:ext cx="52578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246120"/>
            <a:ext cx="91440" cy="54864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3192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AI生成広告の品質管理放置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53872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Grok生成は人間レビュー必須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886200"/>
            <a:ext cx="52578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3886200"/>
            <a:ext cx="91440" cy="54864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95935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縦型動画を準備せず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17880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20% of user time の縦型を逃す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93776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074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📊 X案件の予算設計の目安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94960"/>
            <a:ext cx="10972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試験運用 : 月10-30万円 (CV系) / 月50-100万円 (認知系)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Takeover系 : 1日数百万円〜数千万円 (大手主導、SMBには現実的でない)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副業代行のスイートスポット : 月20-100万円のCV系ブランド + 縦型動画+Promoted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LinkedIn Ads ─ B2B 必修媒体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ABM (Account-Based Marketing) で再評価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P131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+31.7%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B2B広告費 YoY (2025)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+200%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402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ABM のROI改善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5544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2402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B2B社会広告予算 (2026予測)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なぜLinkedInか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3756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33756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0215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職業データの精度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役職・業界・会社規模・経験で精緻ターゲ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33756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33756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50215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B2B意思決定者リーチ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931920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経営層・購買担当層への直接配信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9204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9204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566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ABM 連携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86400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Account-Based Marketing で重要顧客攻略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89204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89204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0566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Thought Leader 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486400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個人プロフからの広告 → コーポレートより 30-50% 高効果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LinkedIn 広告フォーマット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Sponsored Content + Thought Leader が主流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P132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Sponsored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$4-8 CPC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フィード型 静止画/動画/カルーセル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B2B鉄板フォーマット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640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536192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Thought Leader 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92024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$1-3 CPC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31720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個人プロフ投稿の広告化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2026プッシュ機能、コーポレート比+30-50%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6400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536192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Message Ads (旧InMail)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92024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受信箱配信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331720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DMボックスへ広告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精度高い分単価高め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6400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536192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Document 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192024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PDF/Slideダウンロード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331720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ホワイトペーパー配布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リードジェネレーション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31920"/>
            <a:ext cx="11109960" cy="24231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69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副業代行で押さえるフォーマット選択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89120"/>
            <a:ext cx="1097280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認知獲得 : Sponsored Content (静止画 + 動画)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ABM (重要顧客攻略) : Thought Leader Ads (経営者投稿の広告化)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リード獲得 : Document Ads (ホワイトペーパー) + LinkedIn Lead Gen Form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個別アプローチ : Message Ads (DM枠 / 既存接点ある相手向け)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2026年押し : Thought Leader Ads が 30-50% 高効果なため最優先で提案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ABM (Account-Based Marketing)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B2B戦略の主戦場 + Buying Group Targeting (2026/02)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P133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ABM : 特定の企業 (Account) を狙い撃ちで攻略するB2B手法。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LinkedIn は企業データの粒度で他媒体を凌駕、ABM で200%のROI改善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ABM 3つのアプローチ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企業リスト ターゲ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ABMリスト (CSV) アップロード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32461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10-100社の重要顧客リストを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企業名でターゲ。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大型案件向け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83464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83464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9718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Buying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3832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🔥 2026/02 新機能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840480"/>
            <a:ext cx="32461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事前定義された意思決定者クラスター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(役職+権限) を一括選択。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手動組合せの代替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834640"/>
            <a:ext cx="36118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83464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9718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Industry + Job Title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3832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業界 + 役職組合せ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840480"/>
            <a:ext cx="32461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業界 (例: SaaS) × 役職 (CTO/VPE)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を組合せて配信。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中堅向け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57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CRM連携 (2025/06~) — Closed-Loop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321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Salesforce / HubSpot と Campaign Manager がリアルタイム連携。ABM 配信 → CRMで Closed-won → LinkedIn にROAS が戻る。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 : B2B案件では ABM + CRM連携 で『商談まで』を可視化、ROIで圧倒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LinkedIn 計測 + Lead Gen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Insight Tag + LeadGen Form で B2B計測完結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P134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Insight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Webコンバージョン計測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全ページに JavaScript設置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Webサイト訪問・CV計測の基盤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 Audience の元データ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5448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LeadGen 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リード獲得フォーム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LinkedIn内で完結する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事前入力済フォーム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プロフィール情報が自動入力 → CV率高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5448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Conversion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サーバーサイド計測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iOS / ITP対策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CRM側のクロージング情報も統合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Closed-Loop の前提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109960" cy="2057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LinkedIn 計測実装の優先順位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5488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1. Insight Tag を全ページに設置 (GTM経由可)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2. CV発生ページで Conversion設定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3. LeadGen Form を Lead Gen キャンペーンで活用 (CV率 +30-50%)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4. Conversion API で CRM データ統合 (B2B案件は商談 → 受注まで追う)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5. Campaign Manager で ROAS / CPL を継続レビュー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LinkedIn : 鉄板運用 + よくある失敗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B2B案件の30日プラン + pitfalls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P135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30日鉄板プラン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1188720" cy="5486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305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0-3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1305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Insight Tag + LeadGen Form 設定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0604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1188720" cy="5486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706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4-7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7063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Sponsored + Thought Leader でテスト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4612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1188720" cy="5486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107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8-21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41071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ABM (Buying Group) + CRM 連携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8620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86200"/>
            <a:ext cx="1188720" cy="5486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5079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22-30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5079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ROAS分析 + 月次レポート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よくある失敗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783080"/>
            <a:ext cx="52578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1965960"/>
            <a:ext cx="52578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965960"/>
            <a:ext cx="91440" cy="54864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039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低単価CPCで運用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25856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B2Bは高単価が前提 ($4-8 CPC)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606040"/>
            <a:ext cx="52578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606040"/>
            <a:ext cx="91440" cy="54864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67919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Thought Leader Ads 未活用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89864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コーポレート比+30-50%効果を逃す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246120"/>
            <a:ext cx="52578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246120"/>
            <a:ext cx="91440" cy="54864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3192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CRM連携を後回し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53872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Closed-Loop なしで ROIが見えない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886200"/>
            <a:ext cx="52578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3886200"/>
            <a:ext cx="91440" cy="54864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95935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広告セットを細かく分割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17880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B2Bはサンプルサイズが小さく学習困難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93776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📊 LinkedIn 案件の予算設計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94960"/>
            <a:ext cx="10972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B2B認知獲得 : 月50-200万円 (Sponsored + Thought Leader)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ABM案件 : 月100-500万円 (Account-list + Buying Group)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副業代行スイートスポット : 月50-100万円 ABMライト案件 (10-30社のターゲ)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Amazon Ads ─ リテールメディア標準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EC事業者の必修媒体 + AMC で1PD活用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P136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Amazon Ads 世界広告売上 (2024)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$56.9B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116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Google・Meta に次ぐ世界3位 ※要確認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Amazon Ads プロダクトライン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Sponsored 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Amazon内検索・商品ページ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Sponsored Products / Brands /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Display の3タイプ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出店者向け基本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1089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10896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24612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Amazon DSP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Amazon外サイトもリーチ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11480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Amazon内 + 提携サイト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動画・ディスプレイ広告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大型予算向け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1089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310896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24612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AMC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Marketing Cloud (Clean Room)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114800"/>
            <a:ext cx="32461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1PD + Amazon 1PDの統合分析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12.5ヶ月のevent-level data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2026 No-code 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💡 副業代行 : Amazon出店者クライアント = Sponsored Ads必須、中規模以上はAMCで1PD活用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Sponsored Products / Brands /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Amazon内3つの広告タイプ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P137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Sponsored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検索結果 + 商品ページ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個別商品プロモーション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キーワードベース or 自動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ASIN単位で配信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Sponsored Brands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ブランドストア誘導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ブランドロゴ + 複数商品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ヘッドライン広告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ストアページへ誘導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Sponsored 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Amazon内+外への配信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2461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閲覧履歴 / 購入履歴ベース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リマケ + 類似商品配信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Amazon DSP の入口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109960" cy="20574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副業代行で押さえる順番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5488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1. Sponsored Products = 全 Amazon出店者で必須、最初に始めるべき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2. Sponsored Brands = ブランドストア持ちブランドで活用、ブランディング+CV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3. Sponsored Display = リマケ用、Amazon外も拡張可能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4. 自動キャンペーン (オートターゲ) からスタート → 7日後にマニュアル拡張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5. ACOS (Advertising Cost of Sales) を業界平均と比較してKPI管理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Amazon DSP — Amazon外も含むDSP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Programmatic広告のリテールメディア統合版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P138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Amazon DSP : Amazon内+外 (提携サイト・アプリ・FireTV・Twitch・IMDb等) への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Programmatic 広告。Amazon の購買データを活用したターゲティングが強み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DSP在庫・配信面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Amazon Owned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Amazon.com / Fire TV / IMDb /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Twitch / Audible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83464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Amazon Publisher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47472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Amazon Publisher Services 経由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3rd party publishers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83464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Connected TV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FireTV広告 / Smart TV配信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CTV市場急成長中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83464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Mobile / Web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7472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デスクトップ / モバイル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App内広告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09160"/>
            <a:ext cx="11109960" cy="16459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DSP の使いどころ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66360"/>
            <a:ext cx="10972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月予算 200万円以上 のブランド向け (DSPは管理工数が高い)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Amazon内Sponsored で限界に達したらDSP拡張で外面リーチ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CTV (FireTV) 配信は 認知獲得型ブランドで効果大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Audible / Twitch は エンタメ系ブランドで親和性高い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副業代行スイートスポット : Sponsored Ads が中心、DSPは大手出店者向け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AMC (Amazon Marketing Cloud)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プライバシー安全なクリーンルーム + 2026 No-code化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P139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AMC : 広告主の 1PD + Amazon の 擬似化シグナル を SQL で分析できるクリーンルーム。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Amazon Ads 全チャネルの impression / click / conversion を統合分析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AMC 主要機能 (2025-2026)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Event-Level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12.5ヶ月の詳細データ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25ヶ月の広告トラフィック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834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No-code Hub (2026)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47472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SQL不要、テンプレート活用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Ads Agent (AI) で分析支援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834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AWS Clean Rooms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AWSのクリーンルームと統合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データ移動なしで分析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83464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283464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Custom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74720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ML モデルを AMC内で訓練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プライバシー保持しつつ予測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46320"/>
            <a:ext cx="11109960" cy="1508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83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 AMC を活用するシナリオ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0352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中規模以上 (月予算300万円以上) のAmazon出店者で標準活用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1PD (CRM顧客リスト) を Amazon 1PDと組合せて分析 → 高LTV顧客発掘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2026 No-code化で SMB (中小事業者) でも利用可能に → 副業代行の差別化要素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Amazon鉄板 + Part 3 (110p) 完了 → Part 4 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媒体別キャッチアップ章のまとめ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P140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Amazon Ads 30日鉄板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5486400" cy="411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1188720" cy="4114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0-3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0574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出店者アカウント連携 + Sponsored Products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5486400" cy="411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1188720" cy="4114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560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4-7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5603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Auto + Manual キャンペーン併存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971800"/>
            <a:ext cx="5486400" cy="411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71800"/>
            <a:ext cx="1188720" cy="4114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63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8-21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06324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Sponsored Brands + Display 拡張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474720"/>
            <a:ext cx="5486400" cy="411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474720"/>
            <a:ext cx="1188720" cy="4114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661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22-30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5661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ACOS 分析 + DSP/AMC 検討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Amazon よくある失敗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783080"/>
            <a:ext cx="52578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1965960"/>
            <a:ext cx="525780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965960"/>
            <a:ext cx="91440" cy="411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0116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ACOS 一律目標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02996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業種・商品で差大、商材別に設定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468880"/>
            <a:ext cx="525780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468880"/>
            <a:ext cx="91440" cy="411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5146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Sponsored Products のみ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25328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Brand/Display で機会損失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971800"/>
            <a:ext cx="525780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971800"/>
            <a:ext cx="91440" cy="411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017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自動入札を放置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303580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週次で入札調整必要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474720"/>
            <a:ext cx="525780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3474720"/>
            <a:ext cx="91440" cy="411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52044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AMC を SMB で諦め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5387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2026 No-code化で活用可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206240"/>
            <a:ext cx="11109960" cy="214884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3434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🎉 Part 3 (媒体別キャッチアップ 110p) 完了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80060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 Ads 25p / Meta 22p / YouTube 12p / Yahoo! 10p / TikTok 15p / LINE 10p / X 6p / LinkedIn 5p / Amazon 5p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NEXT →  Part 4  計測・データ基盤の激変 (25p, P141-P165)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  Cookie なき計測の現代 / SGTM / CAPI / Enhanced Conversions / MMM / Incrementality /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  GA4 2024-2026アップデート / Looker Studio 進化 / AMC型クリーンルーム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